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2" r:id="rId7"/>
    <p:sldId id="263" r:id="rId8"/>
    <p:sldId id="264" r:id="rId9"/>
    <p:sldId id="265" r:id="rId10"/>
    <p:sldId id="261" r:id="rId1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Graphik"/>
          <a:ea typeface="Graphik"/>
          <a:cs typeface="Graphik"/>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Graphik Semibold"/>
          <a:ea typeface="Graphik Semibold"/>
          <a:cs typeface="Graphik S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Graphik Semibold"/>
          <a:ea typeface="Graphik Semibold"/>
          <a:cs typeface="Graphik S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Graphik Semibold"/>
          <a:ea typeface="Graphik Semibold"/>
          <a:cs typeface="Graphik S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8" d="100"/>
          <a:sy n="38" d="100"/>
        </p:scale>
        <p:origin x="7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25500">
              <a:lnSpc>
                <a:spcPct val="100000"/>
              </a:lnSpc>
              <a:spcBef>
                <a:spcPts val="0"/>
              </a:spcBef>
              <a:buSzTx/>
              <a:buNone/>
              <a:defRPr sz="3000" spc="-29">
                <a:latin typeface="Graphik Medium"/>
                <a:ea typeface="Graphik Medium"/>
                <a:cs typeface="Graphik Medium"/>
                <a:sym typeface="Graphik Medium"/>
              </a:defRPr>
            </a:lvl1pPr>
          </a:lstStyle>
          <a:p>
            <a:r>
              <a:t>Author and Date</a:t>
            </a:r>
          </a:p>
        </p:txBody>
      </p:sp>
      <p:sp>
        <p:nvSpPr>
          <p:cNvPr id="12" name="Presentation Title"/>
          <p:cNvSpPr txBox="1">
            <a:spLocks noGrp="1"/>
          </p:cNvSpPr>
          <p:nvPr>
            <p:ph type="title" hasCustomPrompt="1"/>
          </p:nvPr>
        </p:nvSpPr>
        <p:spPr>
          <a:xfrm>
            <a:off x="1219200" y="3543300"/>
            <a:ext cx="21945600" cy="4267200"/>
          </a:xfrm>
          <a:prstGeom prst="rect">
            <a:avLst/>
          </a:prstGeom>
        </p:spPr>
        <p:txBody>
          <a:bodyPr anchor="b"/>
          <a:lstStyle>
            <a:lvl1pPr>
              <a:defRPr sz="12800" spc="-128"/>
            </a:lvl1pPr>
          </a:lstStyle>
          <a:p>
            <a:r>
              <a:t>Presentation Title</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spc="-59">
                <a:latin typeface="Graphik Semibold"/>
                <a:ea typeface="Graphik Semibold"/>
                <a:cs typeface="Graphik Semibold"/>
                <a:sym typeface="Graphik Semibold"/>
              </a:defRPr>
            </a:lvl1pPr>
            <a:lvl2pPr marL="0" indent="457200" algn="ctr" defTabSz="825500">
              <a:lnSpc>
                <a:spcPct val="100000"/>
              </a:lnSpc>
              <a:spcBef>
                <a:spcPts val="0"/>
              </a:spcBef>
              <a:buSzTx/>
              <a:buNone/>
              <a:defRPr sz="6000" spc="-59">
                <a:latin typeface="Graphik Semibold"/>
                <a:ea typeface="Graphik Semibold"/>
                <a:cs typeface="Graphik Semibold"/>
                <a:sym typeface="Graphik Semibold"/>
              </a:defRPr>
            </a:lvl2pPr>
            <a:lvl3pPr marL="0" indent="914400" algn="ctr" defTabSz="825500">
              <a:lnSpc>
                <a:spcPct val="100000"/>
              </a:lnSpc>
              <a:spcBef>
                <a:spcPts val="0"/>
              </a:spcBef>
              <a:buSzTx/>
              <a:buNone/>
              <a:defRPr sz="6000" spc="-59">
                <a:latin typeface="Graphik Semibold"/>
                <a:ea typeface="Graphik Semibold"/>
                <a:cs typeface="Graphik Semibold"/>
                <a:sym typeface="Graphik Semibold"/>
              </a:defRPr>
            </a:lvl3pPr>
            <a:lvl4pPr marL="0" indent="1371600" algn="ctr" defTabSz="825500">
              <a:lnSpc>
                <a:spcPct val="100000"/>
              </a:lnSpc>
              <a:spcBef>
                <a:spcPts val="0"/>
              </a:spcBef>
              <a:buSzTx/>
              <a:buNone/>
              <a:defRPr sz="6000" spc="-59">
                <a:latin typeface="Graphik Semibold"/>
                <a:ea typeface="Graphik Semibold"/>
                <a:cs typeface="Graphik Semibold"/>
                <a:sym typeface="Graphik Semibold"/>
              </a:defRPr>
            </a:lvl4pPr>
            <a:lvl5pPr marL="0" indent="1828800" algn="ctr" defTabSz="825500">
              <a:lnSpc>
                <a:spcPct val="100000"/>
              </a:lnSpc>
              <a:spcBef>
                <a:spcPts val="0"/>
              </a:spcBef>
              <a:buSzTx/>
              <a:buNone/>
              <a:defRPr sz="6000" spc="-59">
                <a:latin typeface="Graphik Semibold"/>
                <a:ea typeface="Graphik Semibold"/>
                <a:cs typeface="Graphik Semibold"/>
                <a:sym typeface="Graphik Semibold"/>
              </a:defRPr>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Beach and sea at sunset"/>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19200" y="3543300"/>
            <a:ext cx="21945600" cy="4267200"/>
          </a:xfrm>
          <a:prstGeom prst="rect">
            <a:avLst/>
          </a:prstGeom>
        </p:spPr>
        <p:txBody>
          <a:bodyPr anchor="b"/>
          <a:lstStyle>
            <a:lvl1pPr>
              <a:defRPr sz="12800" spc="-128">
                <a:solidFill>
                  <a:srgbClr val="FFFFFF"/>
                </a:solidFill>
              </a:defRPr>
            </a:lvl1pPr>
          </a:lstStyle>
          <a:p>
            <a:r>
              <a:t>Presentation Title</a:t>
            </a:r>
          </a:p>
        </p:txBody>
      </p:sp>
      <p:sp>
        <p:nvSpPr>
          <p:cNvPr id="23" name="Body Level One…"/>
          <p:cNvSpPr txBox="1">
            <a:spLocks noGrp="1"/>
          </p:cNvSpPr>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z="6000" spc="-59">
                <a:solidFill>
                  <a:srgbClr val="FFFFFF"/>
                </a:solidFill>
                <a:latin typeface="Graphik Semibold"/>
                <a:ea typeface="Graphik Semibold"/>
                <a:cs typeface="Graphik Semibold"/>
                <a:sym typeface="Graphik Semibold"/>
              </a:defRPr>
            </a:lvl1pPr>
            <a:lvl2pPr marL="0" indent="457200" algn="ctr" defTabSz="825500">
              <a:lnSpc>
                <a:spcPct val="100000"/>
              </a:lnSpc>
              <a:spcBef>
                <a:spcPts val="0"/>
              </a:spcBef>
              <a:buSzTx/>
              <a:buNone/>
              <a:defRPr sz="6000" spc="-59">
                <a:solidFill>
                  <a:srgbClr val="FFFFFF"/>
                </a:solidFill>
                <a:latin typeface="Graphik Semibold"/>
                <a:ea typeface="Graphik Semibold"/>
                <a:cs typeface="Graphik Semibold"/>
                <a:sym typeface="Graphik Semibold"/>
              </a:defRPr>
            </a:lvl2pPr>
            <a:lvl3pPr marL="0" indent="914400" algn="ctr" defTabSz="825500">
              <a:lnSpc>
                <a:spcPct val="100000"/>
              </a:lnSpc>
              <a:spcBef>
                <a:spcPts val="0"/>
              </a:spcBef>
              <a:buSzTx/>
              <a:buNone/>
              <a:defRPr sz="6000" spc="-59">
                <a:solidFill>
                  <a:srgbClr val="FFFFFF"/>
                </a:solidFill>
                <a:latin typeface="Graphik Semibold"/>
                <a:ea typeface="Graphik Semibold"/>
                <a:cs typeface="Graphik Semibold"/>
                <a:sym typeface="Graphik Semibold"/>
              </a:defRPr>
            </a:lvl3pPr>
            <a:lvl4pPr marL="0" indent="1371600" algn="ctr" defTabSz="825500">
              <a:lnSpc>
                <a:spcPct val="100000"/>
              </a:lnSpc>
              <a:spcBef>
                <a:spcPts val="0"/>
              </a:spcBef>
              <a:buSzTx/>
              <a:buNone/>
              <a:defRPr sz="6000" spc="-59">
                <a:solidFill>
                  <a:srgbClr val="FFFFFF"/>
                </a:solidFill>
                <a:latin typeface="Graphik Semibold"/>
                <a:ea typeface="Graphik Semibold"/>
                <a:cs typeface="Graphik Semibold"/>
                <a:sym typeface="Graphik Semibold"/>
              </a:defRPr>
            </a:lvl4pPr>
            <a:lvl5pPr marL="0" indent="1828800" algn="ctr" defTabSz="825500">
              <a:lnSpc>
                <a:spcPct val="100000"/>
              </a:lnSpc>
              <a:spcBef>
                <a:spcPts val="0"/>
              </a:spcBef>
              <a:buSzTx/>
              <a:buNone/>
              <a:defRPr sz="6000" spc="-59">
                <a:solidFill>
                  <a:srgbClr val="FFFFFF"/>
                </a:solidFill>
                <a:latin typeface="Graphik Semibold"/>
                <a:ea typeface="Graphik Semibold"/>
                <a:cs typeface="Graphik Semibold"/>
                <a:sym typeface="Graphik Semibold"/>
              </a:defRPr>
            </a:lvl5pPr>
          </a:lstStyle>
          <a:p>
            <a:r>
              <a:t>Presentation Subtitle</a:t>
            </a:r>
          </a:p>
          <a:p>
            <a:pPr lvl="1"/>
            <a:endParaRPr/>
          </a:p>
          <a:p>
            <a:pPr lvl="2"/>
            <a:endParaRPr/>
          </a:p>
          <a:p>
            <a:pPr lvl="3"/>
            <a:endParaRPr/>
          </a:p>
          <a:p>
            <a:pPr lvl="4"/>
            <a:endParaRPr/>
          </a:p>
        </p:txBody>
      </p:sp>
      <p:sp>
        <p:nvSpPr>
          <p:cNvPr id="24" name="Author and Date"/>
          <p:cNvSpPr txBox="1">
            <a:spLocks noGrp="1"/>
          </p:cNvSpPr>
          <p:nvPr>
            <p:ph type="body" sz="quarter" idx="22" hasCustomPrompt="1"/>
          </p:nvPr>
        </p:nvSpPr>
        <p:spPr>
          <a:xfrm>
            <a:off x="1219200" y="11988800"/>
            <a:ext cx="21945602" cy="605791"/>
          </a:xfrm>
          <a:prstGeom prst="rect">
            <a:avLst/>
          </a:prstGeom>
        </p:spPr>
        <p:txBody>
          <a:bodyPr/>
          <a:lstStyle>
            <a:lvl1pPr marL="0" indent="0" algn="ctr" defTabSz="825500">
              <a:lnSpc>
                <a:spcPct val="100000"/>
              </a:lnSpc>
              <a:spcBef>
                <a:spcPts val="0"/>
              </a:spcBef>
              <a:buSzTx/>
              <a:buNone/>
              <a:defRPr sz="3000" spc="-29">
                <a:solidFill>
                  <a:srgbClr val="FFFFFF"/>
                </a:solidFill>
                <a:latin typeface="Graphik Medium"/>
                <a:ea typeface="Graphik Medium"/>
                <a:cs typeface="Graphik Medium"/>
                <a:sym typeface="Graphik Medium"/>
              </a:defRPr>
            </a:lvl1pPr>
          </a:lstStyle>
          <a:p>
            <a:r>
              <a:t>Author and Date</a:t>
            </a:r>
          </a:p>
        </p:txBody>
      </p:sp>
      <p:sp>
        <p:nvSpPr>
          <p:cNvPr id="2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Slide Title"/>
          <p:cNvSpPr txBox="1">
            <a:spLocks noGrp="1"/>
          </p:cNvSpPr>
          <p:nvPr>
            <p:ph type="title" hasCustomPrompt="1"/>
          </p:nvPr>
        </p:nvSpPr>
        <p:spPr>
          <a:xfrm>
            <a:off x="1215495" y="4585102"/>
            <a:ext cx="9757338" cy="2540001"/>
          </a:xfrm>
          <a:prstGeom prst="rect">
            <a:avLst/>
          </a:prstGeom>
        </p:spPr>
        <p:txBody>
          <a:bodyPr anchor="b"/>
          <a:lstStyle/>
          <a:p>
            <a:r>
              <a:t>Slide Title</a:t>
            </a:r>
          </a:p>
        </p:txBody>
      </p:sp>
      <p:sp>
        <p:nvSpPr>
          <p:cNvPr id="33" name="Sea against sky at sunset"/>
          <p:cNvSpPr>
            <a:spLocks noGrp="1"/>
          </p:cNvSpPr>
          <p:nvPr>
            <p:ph type="pic" idx="21"/>
          </p:nvPr>
        </p:nvSpPr>
        <p:spPr>
          <a:xfrm>
            <a:off x="9283700" y="1270000"/>
            <a:ext cx="16751300" cy="11176000"/>
          </a:xfrm>
          <a:prstGeom prst="rect">
            <a:avLst/>
          </a:prstGeom>
        </p:spPr>
        <p:txBody>
          <a:bodyPr lIns="91439" tIns="45719" rIns="91439" bIns="45719">
            <a:noAutofit/>
          </a:bodyPr>
          <a:lstStyle/>
          <a:p>
            <a:endParaRPr/>
          </a:p>
        </p:txBody>
      </p:sp>
      <p:sp>
        <p:nvSpPr>
          <p:cNvPr id="34" name="Body Level One…"/>
          <p:cNvSpPr txBox="1">
            <a:spLocks noGrp="1"/>
          </p:cNvSpPr>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vl2pPr marL="0" indent="457200" algn="ctr" defTabSz="825500">
              <a:lnSpc>
                <a:spcPct val="100000"/>
              </a:lnSpc>
              <a:spcBef>
                <a:spcPts val="0"/>
              </a:spcBef>
              <a:buSzTx/>
              <a:buNone/>
              <a:defRPr spc="-44">
                <a:latin typeface="Graphik Semibold"/>
                <a:ea typeface="Graphik Semibold"/>
                <a:cs typeface="Graphik Semibold"/>
                <a:sym typeface="Graphik Semibold"/>
              </a:defRPr>
            </a:lvl2pPr>
            <a:lvl3pPr marL="0" indent="914400" algn="ctr" defTabSz="825500">
              <a:lnSpc>
                <a:spcPct val="100000"/>
              </a:lnSpc>
              <a:spcBef>
                <a:spcPts val="0"/>
              </a:spcBef>
              <a:buSzTx/>
              <a:buNone/>
              <a:defRPr spc="-44">
                <a:latin typeface="Graphik Semibold"/>
                <a:ea typeface="Graphik Semibold"/>
                <a:cs typeface="Graphik Semibold"/>
                <a:sym typeface="Graphik Semibold"/>
              </a:defRPr>
            </a:lvl3pPr>
            <a:lvl4pPr marL="0" indent="1371600" algn="ctr" defTabSz="825500">
              <a:lnSpc>
                <a:spcPct val="100000"/>
              </a:lnSpc>
              <a:spcBef>
                <a:spcPts val="0"/>
              </a:spcBef>
              <a:buSzTx/>
              <a:buNone/>
              <a:defRPr spc="-44">
                <a:latin typeface="Graphik Semibold"/>
                <a:ea typeface="Graphik Semibold"/>
                <a:cs typeface="Graphik Semibold"/>
                <a:sym typeface="Graphik Semibold"/>
              </a:defRPr>
            </a:lvl4pPr>
            <a:lvl5pPr marL="0" indent="1828800" algn="ctr" defTabSz="825500">
              <a:lnSpc>
                <a:spcPct val="100000"/>
              </a:lnSpc>
              <a:spcBef>
                <a:spcPts val="0"/>
              </a:spcBef>
              <a:buSzTx/>
              <a:buNone/>
              <a:defRPr spc="-44">
                <a:latin typeface="Graphik Semibold"/>
                <a:ea typeface="Graphik Semibold"/>
                <a:cs typeface="Graphik Semibold"/>
                <a:sym typeface="Graphik Semibold"/>
              </a:defRPr>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xfrm>
            <a:off x="1219200" y="4013200"/>
            <a:ext cx="21945600" cy="8487148"/>
          </a:xfrm>
          <a:prstGeom prst="rect">
            <a:avLst/>
          </a:prstGeom>
        </p:spPr>
        <p:txBody>
          <a:bodyPr numCol="2" spcCol="2558384"/>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Title"/>
          <p:cNvSpPr txBox="1">
            <a:spLocks noGrp="1"/>
          </p:cNvSpPr>
          <p:nvPr>
            <p:ph type="title" hasCustomPrompt="1"/>
          </p:nvPr>
        </p:nvSpPr>
        <p:spPr>
          <a:xfrm>
            <a:off x="1219200" y="774700"/>
            <a:ext cx="9753600" cy="1600200"/>
          </a:xfrm>
          <a:prstGeom prst="rect">
            <a:avLst/>
          </a:prstGeom>
        </p:spPr>
        <p:txBody>
          <a:bodyPr/>
          <a:lstStyle/>
          <a:p>
            <a:r>
              <a:t>Slide Title</a:t>
            </a:r>
          </a:p>
        </p:txBody>
      </p:sp>
      <p:sp>
        <p:nvSpPr>
          <p:cNvPr id="61" name="Sea against sky at sunset"/>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Slide Subtitle"/>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r>
              <a:t>Slide Subtitle</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Slide bullet text</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200403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Title"/>
          <p:cNvSpPr txBox="1">
            <a:spLocks noGrp="1"/>
          </p:cNvSpPr>
          <p:nvPr>
            <p:ph type="title" hasCustomPrompt="1"/>
          </p:nvPr>
        </p:nvSpPr>
        <p:spPr>
          <a:xfrm>
            <a:off x="1219200" y="774700"/>
            <a:ext cx="9753600" cy="1600200"/>
          </a:xfrm>
          <a:prstGeom prst="rect">
            <a:avLst/>
          </a:prstGeom>
        </p:spPr>
        <p:txBody>
          <a:bodyPr/>
          <a:lstStyle/>
          <a:p>
            <a:r>
              <a:t>Slide Title</a:t>
            </a:r>
          </a:p>
        </p:txBody>
      </p:sp>
      <p:sp>
        <p:nvSpPr>
          <p:cNvPr id="72" name="Slide Subtitle"/>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r>
              <a:t>Slide Subtitle</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Slide bullet text</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200403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xfrm>
            <a:off x="1219200" y="774700"/>
            <a:ext cx="9753600" cy="1600200"/>
          </a:xfrm>
          <a:prstGeom prst="rect">
            <a:avLst/>
          </a:prstGeom>
        </p:spPr>
        <p:txBody>
          <a:bodyPr/>
          <a:lstStyle/>
          <a:p>
            <a:r>
              <a:t>Slide Title</a:t>
            </a:r>
          </a:p>
        </p:txBody>
      </p:sp>
      <p:sp>
        <p:nvSpPr>
          <p:cNvPr id="82" name="Slide Subtitle"/>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r>
              <a:t>Slide Subtitle</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Slide bullet text</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200403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19200" y="3242270"/>
            <a:ext cx="21945600" cy="6604001"/>
          </a:xfrm>
          <a:prstGeom prst="rect">
            <a:avLst/>
          </a:prstGeom>
        </p:spPr>
        <p:txBody>
          <a:bodyPr anchor="ctr"/>
          <a:lstStyle>
            <a:lvl1pPr>
              <a:defRPr sz="12800" spc="0"/>
            </a:lvl1pPr>
          </a:lstStyle>
          <a:p>
            <a:r>
              <a:t>Section Title</a:t>
            </a:r>
          </a:p>
        </p:txBody>
      </p:sp>
      <p:sp>
        <p:nvSpPr>
          <p:cNvPr id="92"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prstGeom prst="rect">
            <a:avLst/>
          </a:prstGeom>
        </p:spPr>
        <p:txBody>
          <a:bodyPr/>
          <a:lstStyle/>
          <a:p>
            <a:r>
              <a:t>Slide Title</a:t>
            </a:r>
          </a:p>
        </p:txBody>
      </p:sp>
      <p:sp>
        <p:nvSpPr>
          <p:cNvPr id="100" name="Slide Subtitle"/>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r>
              <a:t>Slide Subtitle</a:t>
            </a:r>
          </a:p>
        </p:txBody>
      </p:sp>
      <p:sp>
        <p:nvSpPr>
          <p:cNvPr id="101"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prstGeom prst="rect">
            <a:avLst/>
          </a:prstGeom>
        </p:spPr>
        <p:txBody>
          <a:bodyPr/>
          <a:lstStyle/>
          <a:p>
            <a:r>
              <a:t>Agenda Title</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Agenda Topics</a:t>
            </a:r>
          </a:p>
          <a:p>
            <a:pPr lvl="1"/>
            <a:endParaRPr/>
          </a:p>
          <a:p>
            <a:pPr lvl="2"/>
            <a:endParaRPr/>
          </a:p>
          <a:p>
            <a:pPr lvl="3"/>
            <a:endParaRPr/>
          </a:p>
          <a:p>
            <a:pPr lvl="4"/>
            <a:endParaRPr/>
          </a:p>
        </p:txBody>
      </p:sp>
      <p:sp>
        <p:nvSpPr>
          <p:cNvPr id="110" name="Agenda Subtitle"/>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r>
              <a:t>Agenda Subtitle</a:t>
            </a:r>
          </a:p>
        </p:txBody>
      </p:sp>
      <p:sp>
        <p:nvSpPr>
          <p:cNvPr id="111"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Fact information"/>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r>
              <a:t>Fact information</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mn-lt"/>
                <a:ea typeface="+mn-ea"/>
                <a:cs typeface="+mn-cs"/>
                <a:sym typeface="Canela Bold"/>
              </a:defRPr>
            </a:lvl1pPr>
            <a:lvl2pPr marL="0" indent="457200" algn="ctr" defTabSz="2438400">
              <a:lnSpc>
                <a:spcPct val="80000"/>
              </a:lnSpc>
              <a:spcBef>
                <a:spcPts val="0"/>
              </a:spcBef>
              <a:buSzTx/>
              <a:buNone/>
              <a:defRPr sz="22400">
                <a:latin typeface="+mn-lt"/>
                <a:ea typeface="+mn-ea"/>
                <a:cs typeface="+mn-cs"/>
                <a:sym typeface="Canela Bold"/>
              </a:defRPr>
            </a:lvl2pPr>
            <a:lvl3pPr marL="0" indent="914400" algn="ctr" defTabSz="2438400">
              <a:lnSpc>
                <a:spcPct val="80000"/>
              </a:lnSpc>
              <a:spcBef>
                <a:spcPts val="0"/>
              </a:spcBef>
              <a:buSzTx/>
              <a:buNone/>
              <a:defRPr sz="22400">
                <a:latin typeface="+mn-lt"/>
                <a:ea typeface="+mn-ea"/>
                <a:cs typeface="+mn-cs"/>
                <a:sym typeface="Canela Bold"/>
              </a:defRPr>
            </a:lvl3pPr>
            <a:lvl4pPr marL="0" indent="1371600" algn="ctr" defTabSz="2438400">
              <a:lnSpc>
                <a:spcPct val="80000"/>
              </a:lnSpc>
              <a:spcBef>
                <a:spcPts val="0"/>
              </a:spcBef>
              <a:buSzTx/>
              <a:buNone/>
              <a:defRPr sz="22400">
                <a:latin typeface="+mn-lt"/>
                <a:ea typeface="+mn-ea"/>
                <a:cs typeface="+mn-cs"/>
                <a:sym typeface="Canela Bold"/>
              </a:defRPr>
            </a:lvl4pPr>
            <a:lvl5pPr marL="0" indent="1828800" algn="ctr" defTabSz="2438400">
              <a:lnSpc>
                <a:spcPct val="80000"/>
              </a:lnSpc>
              <a:spcBef>
                <a:spcPts val="0"/>
              </a:spcBef>
              <a:buSzTx/>
              <a:buNone/>
              <a:defRPr sz="22400">
                <a:latin typeface="+mn-lt"/>
                <a:ea typeface="+mn-ea"/>
                <a:cs typeface="+mn-cs"/>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r>
              <a:t>Attribution</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mn-lt"/>
                <a:ea typeface="+mn-ea"/>
                <a:cs typeface="+mn-cs"/>
                <a:sym typeface="Canela Bold"/>
              </a:defRPr>
            </a:lvl1pPr>
            <a:lvl2pPr marL="0" indent="457200" algn="ctr" defTabSz="2438400">
              <a:lnSpc>
                <a:spcPct val="80000"/>
              </a:lnSpc>
              <a:spcBef>
                <a:spcPts val="0"/>
              </a:spcBef>
              <a:buSzTx/>
              <a:buNone/>
              <a:defRPr sz="8400">
                <a:latin typeface="+mn-lt"/>
                <a:ea typeface="+mn-ea"/>
                <a:cs typeface="+mn-cs"/>
                <a:sym typeface="Canela Bold"/>
              </a:defRPr>
            </a:lvl2pPr>
            <a:lvl3pPr marL="0" indent="914400" algn="ctr" defTabSz="2438400">
              <a:lnSpc>
                <a:spcPct val="80000"/>
              </a:lnSpc>
              <a:spcBef>
                <a:spcPts val="0"/>
              </a:spcBef>
              <a:buSzTx/>
              <a:buNone/>
              <a:defRPr sz="8400">
                <a:latin typeface="+mn-lt"/>
                <a:ea typeface="+mn-ea"/>
                <a:cs typeface="+mn-cs"/>
                <a:sym typeface="Canela Bold"/>
              </a:defRPr>
            </a:lvl3pPr>
            <a:lvl4pPr marL="0" indent="1371600" algn="ctr" defTabSz="2438400">
              <a:lnSpc>
                <a:spcPct val="80000"/>
              </a:lnSpc>
              <a:spcBef>
                <a:spcPts val="0"/>
              </a:spcBef>
              <a:buSzTx/>
              <a:buNone/>
              <a:defRPr sz="8400">
                <a:latin typeface="+mn-lt"/>
                <a:ea typeface="+mn-ea"/>
                <a:cs typeface="+mn-cs"/>
                <a:sym typeface="Canela Bold"/>
              </a:defRPr>
            </a:lvl4pPr>
            <a:lvl5pPr marL="0" indent="1828800" algn="ctr" defTabSz="2438400">
              <a:lnSpc>
                <a:spcPct val="80000"/>
              </a:lnSpc>
              <a:spcBef>
                <a:spcPts val="0"/>
              </a:spcBef>
              <a:buSzTx/>
              <a:buNone/>
              <a:defRPr sz="8400">
                <a:latin typeface="+mn-lt"/>
                <a:ea typeface="+mn-ea"/>
                <a:cs typeface="+mn-cs"/>
                <a:sym typeface="Canela Bold"/>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Sea against sky at sunset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Sea against sky at sunset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Beach and sea at sunset"/>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each and sea at sunset"/>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xfrm>
            <a:off x="12001499" y="1270000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1997689" y="12700000"/>
            <a:ext cx="388621" cy="42926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Graphik"/>
                <a:ea typeface="Graphik"/>
                <a:cs typeface="Graphik"/>
                <a:sym typeface="Graphik"/>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Lst>
  <p:transition spd="med"/>
  <p:txStyles>
    <p:titleStyle>
      <a:lvl1pPr marL="0" marR="0" indent="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1pPr>
      <a:lvl2pPr marL="0" marR="0" indent="4572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2pPr>
      <a:lvl3pPr marL="0" marR="0" indent="9144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3pPr>
      <a:lvl4pPr marL="0" marR="0" indent="13716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4pPr>
      <a:lvl5pPr marL="0" marR="0" indent="18288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5pPr>
      <a:lvl6pPr marL="0" marR="0" indent="22860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6pPr>
      <a:lvl7pPr marL="0" marR="0" indent="27432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7pPr>
      <a:lvl8pPr marL="0" marR="0" indent="32004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8pPr>
      <a:lvl9pPr marL="0" marR="0" indent="3657600" algn="ctr" defTabSz="2438400" rtl="0" latinLnBrk="0">
        <a:lnSpc>
          <a:spcPct val="80000"/>
        </a:lnSpc>
        <a:spcBef>
          <a:spcPts val="0"/>
        </a:spcBef>
        <a:spcAft>
          <a:spcPts val="0"/>
        </a:spcAft>
        <a:buClrTx/>
        <a:buSzTx/>
        <a:buFontTx/>
        <a:buNone/>
        <a:tabLst/>
        <a:defRPr sz="8400" b="0" i="0" u="none" strike="noStrike" cap="none" spc="-84" baseline="0">
          <a:solidFill>
            <a:srgbClr val="000000"/>
          </a:solidFill>
          <a:uFillTx/>
          <a:latin typeface="+mn-lt"/>
          <a:ea typeface="+mn-ea"/>
          <a:cs typeface="+mn-cs"/>
          <a:sym typeface="Canela Bold"/>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1pPr>
      <a:lvl2pPr marL="0" marR="0" indent="4572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2pPr>
      <a:lvl3pPr marL="0" marR="0" indent="9144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3pPr>
      <a:lvl4pPr marL="0" marR="0" indent="13716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4pPr>
      <a:lvl5pPr marL="0" marR="0" indent="18288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5pPr>
      <a:lvl6pPr marL="0" marR="0" indent="22860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6pPr>
      <a:lvl7pPr marL="0" marR="0" indent="27432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7pPr>
      <a:lvl8pPr marL="0" marR="0" indent="32004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8pPr>
      <a:lvl9pPr marL="0" marR="0" indent="3657600" algn="ct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Freeform 3"/>
          <p:cNvSpPr/>
          <p:nvPr/>
        </p:nvSpPr>
        <p:spPr>
          <a:xfrm>
            <a:off x="3334669" y="1960178"/>
            <a:ext cx="17750121" cy="4991549"/>
          </a:xfrm>
          <a:prstGeom prst="rect">
            <a:avLst/>
          </a:prstGeom>
          <a:solidFill>
            <a:srgbClr val="FFFFFF"/>
          </a:solidFill>
          <a:ln w="12700">
            <a:miter lim="400000"/>
          </a:ln>
        </p:spPr>
        <p:txBody>
          <a:bodyPr lIns="60959" tIns="60959" rIns="60959" bIns="60959"/>
          <a:lstStyle/>
          <a:p>
            <a:pPr defTabSz="1219200">
              <a:lnSpc>
                <a:spcPct val="100000"/>
              </a:lnSpc>
              <a:spcBef>
                <a:spcPts val="0"/>
              </a:spcBef>
              <a:defRPr sz="2400">
                <a:latin typeface="Calibri"/>
                <a:ea typeface="Calibri"/>
                <a:cs typeface="Calibri"/>
                <a:sym typeface="Calibri"/>
              </a:defRPr>
            </a:pPr>
            <a:endParaRPr/>
          </a:p>
        </p:txBody>
      </p:sp>
      <p:sp>
        <p:nvSpPr>
          <p:cNvPr id="172" name="Freeform 4"/>
          <p:cNvSpPr/>
          <p:nvPr/>
        </p:nvSpPr>
        <p:spPr>
          <a:xfrm>
            <a:off x="10456884" y="2387067"/>
            <a:ext cx="2436607" cy="2396267"/>
          </a:xfrm>
          <a:prstGeom prst="rect">
            <a:avLst/>
          </a:prstGeom>
          <a:blipFill>
            <a:blip r:embed="rId2"/>
            <a:stretch>
              <a:fillRect/>
            </a:stretch>
          </a:blipFill>
          <a:ln w="12700">
            <a:miter lim="400000"/>
          </a:ln>
        </p:spPr>
        <p:txBody>
          <a:bodyPr lIns="60959" tIns="60959" rIns="60959" bIns="60959"/>
          <a:lstStyle/>
          <a:p>
            <a:pPr defTabSz="1219200">
              <a:lnSpc>
                <a:spcPct val="100000"/>
              </a:lnSpc>
              <a:spcBef>
                <a:spcPts val="0"/>
              </a:spcBef>
              <a:defRPr sz="2400">
                <a:latin typeface="Calibri"/>
                <a:ea typeface="Calibri"/>
                <a:cs typeface="Calibri"/>
                <a:sym typeface="Calibri"/>
              </a:defRPr>
            </a:pPr>
            <a:endParaRPr/>
          </a:p>
        </p:txBody>
      </p:sp>
      <p:sp>
        <p:nvSpPr>
          <p:cNvPr id="173" name="Freeform 6"/>
          <p:cNvSpPr/>
          <p:nvPr/>
        </p:nvSpPr>
        <p:spPr>
          <a:xfrm>
            <a:off x="3316940" y="6858000"/>
            <a:ext cx="17750120" cy="4994238"/>
          </a:xfrm>
          <a:prstGeom prst="rect">
            <a:avLst/>
          </a:prstGeom>
          <a:solidFill>
            <a:srgbClr val="FFFFFF"/>
          </a:solidFill>
          <a:ln w="12700">
            <a:miter lim="400000"/>
          </a:ln>
        </p:spPr>
        <p:txBody>
          <a:bodyPr lIns="60959" tIns="60959" rIns="60959" bIns="60959"/>
          <a:lstStyle/>
          <a:p>
            <a:pPr defTabSz="1219200">
              <a:lnSpc>
                <a:spcPct val="100000"/>
              </a:lnSpc>
              <a:spcBef>
                <a:spcPts val="0"/>
              </a:spcBef>
              <a:defRPr sz="2400">
                <a:latin typeface="Calibri"/>
                <a:ea typeface="Calibri"/>
                <a:cs typeface="Calibri"/>
                <a:sym typeface="Calibri"/>
              </a:defRPr>
            </a:pPr>
            <a:endParaRPr/>
          </a:p>
        </p:txBody>
      </p:sp>
      <p:sp>
        <p:nvSpPr>
          <p:cNvPr id="174" name="TextBox 7"/>
          <p:cNvSpPr txBox="1"/>
          <p:nvPr/>
        </p:nvSpPr>
        <p:spPr>
          <a:xfrm>
            <a:off x="8564441" y="449251"/>
            <a:ext cx="6689812" cy="453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19200">
              <a:lnSpc>
                <a:spcPts val="3600"/>
              </a:lnSpc>
              <a:spcBef>
                <a:spcPts val="0"/>
              </a:spcBef>
              <a:defRPr sz="3200" spc="20">
                <a:latin typeface="Times New Roman"/>
                <a:ea typeface="Times New Roman"/>
                <a:cs typeface="Times New Roman"/>
                <a:sym typeface="Times New Roman"/>
              </a:defRPr>
            </a:lvl1pPr>
          </a:lstStyle>
          <a:p>
            <a:r>
              <a:t>Mini Project (BCS 554)Presentation</a:t>
            </a:r>
          </a:p>
        </p:txBody>
      </p:sp>
      <p:sp>
        <p:nvSpPr>
          <p:cNvPr id="175" name="TextBox 8"/>
          <p:cNvSpPr txBox="1"/>
          <p:nvPr/>
        </p:nvSpPr>
        <p:spPr>
          <a:xfrm>
            <a:off x="9956796" y="865435"/>
            <a:ext cx="3436784" cy="10327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defTabSz="1219200">
              <a:lnSpc>
                <a:spcPts val="3600"/>
              </a:lnSpc>
              <a:spcBef>
                <a:spcPts val="0"/>
              </a:spcBef>
              <a:defRPr sz="3200" spc="20">
                <a:latin typeface="Times New Roman"/>
                <a:ea typeface="Times New Roman"/>
                <a:cs typeface="Times New Roman"/>
                <a:sym typeface="Times New Roman"/>
              </a:defRPr>
            </a:pPr>
            <a:r>
              <a:t>on</a:t>
            </a:r>
          </a:p>
          <a:p>
            <a:pPr algn="ctr" defTabSz="1219200">
              <a:lnSpc>
                <a:spcPts val="4800"/>
              </a:lnSpc>
              <a:spcBef>
                <a:spcPts val="0"/>
              </a:spcBef>
              <a:defRPr sz="3200" spc="-37">
                <a:latin typeface="Times New Roman"/>
                <a:ea typeface="Times New Roman"/>
                <a:cs typeface="Times New Roman"/>
                <a:sym typeface="Times New Roman"/>
              </a:defRPr>
            </a:pPr>
            <a:r>
              <a:t>NoteLink</a:t>
            </a:r>
          </a:p>
        </p:txBody>
      </p:sp>
      <p:sp>
        <p:nvSpPr>
          <p:cNvPr id="176" name="TextBox 9"/>
          <p:cNvSpPr txBox="1"/>
          <p:nvPr/>
        </p:nvSpPr>
        <p:spPr>
          <a:xfrm>
            <a:off x="11105090" y="3655031"/>
            <a:ext cx="113158" cy="453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19200">
              <a:lnSpc>
                <a:spcPts val="3600"/>
              </a:lnSpc>
              <a:spcBef>
                <a:spcPts val="0"/>
              </a:spcBef>
              <a:defRPr sz="3200" spc="-37">
                <a:latin typeface="Times New Roman"/>
                <a:ea typeface="Times New Roman"/>
                <a:cs typeface="Times New Roman"/>
                <a:sym typeface="Times New Roman"/>
              </a:defRPr>
            </a:lvl1pPr>
          </a:lstStyle>
          <a:p>
            <a:r>
              <a:t> </a:t>
            </a:r>
          </a:p>
        </p:txBody>
      </p:sp>
      <p:sp>
        <p:nvSpPr>
          <p:cNvPr id="177" name="TextBox 10"/>
          <p:cNvSpPr txBox="1"/>
          <p:nvPr/>
        </p:nvSpPr>
        <p:spPr>
          <a:xfrm>
            <a:off x="4239358" y="6484086"/>
            <a:ext cx="3066434" cy="4943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19200">
              <a:lnSpc>
                <a:spcPts val="4000"/>
              </a:lnSpc>
              <a:spcBef>
                <a:spcPts val="0"/>
              </a:spcBef>
              <a:defRPr sz="3200" spc="-28">
                <a:latin typeface="Times New Roman"/>
                <a:ea typeface="Times New Roman"/>
                <a:cs typeface="Times New Roman"/>
                <a:sym typeface="Times New Roman"/>
              </a:defRPr>
            </a:lvl1pPr>
          </a:lstStyle>
          <a:p>
            <a:r>
              <a:t>Supervisor:</a:t>
            </a:r>
          </a:p>
        </p:txBody>
      </p:sp>
      <p:sp>
        <p:nvSpPr>
          <p:cNvPr id="178" name="TextBox 11"/>
          <p:cNvSpPr txBox="1"/>
          <p:nvPr/>
        </p:nvSpPr>
        <p:spPr>
          <a:xfrm>
            <a:off x="7932547" y="9898618"/>
            <a:ext cx="7953600" cy="4401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19200">
              <a:lnSpc>
                <a:spcPts val="3400"/>
              </a:lnSpc>
              <a:spcBef>
                <a:spcPts val="0"/>
              </a:spcBef>
              <a:defRPr sz="3200" spc="-32">
                <a:latin typeface="Times New Roman"/>
                <a:ea typeface="Times New Roman"/>
                <a:cs typeface="Times New Roman"/>
                <a:sym typeface="Times New Roman"/>
              </a:defRPr>
            </a:lvl1pPr>
          </a:lstStyle>
          <a:p>
            <a:r>
              <a:t>Department of Computer Science &amp; Engineering</a:t>
            </a:r>
          </a:p>
        </p:txBody>
      </p:sp>
      <p:sp>
        <p:nvSpPr>
          <p:cNvPr id="179" name="TextBox 12"/>
          <p:cNvSpPr txBox="1"/>
          <p:nvPr/>
        </p:nvSpPr>
        <p:spPr>
          <a:xfrm>
            <a:off x="10203584" y="10346654"/>
            <a:ext cx="94634" cy="4401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19200">
              <a:lnSpc>
                <a:spcPts val="3400"/>
              </a:lnSpc>
              <a:spcBef>
                <a:spcPts val="0"/>
              </a:spcBef>
              <a:defRPr sz="3200" spc="17">
                <a:latin typeface="Times New Roman"/>
                <a:ea typeface="Times New Roman"/>
                <a:cs typeface="Times New Roman"/>
                <a:sym typeface="Times New Roman"/>
              </a:defRPr>
            </a:lvl1pPr>
          </a:lstStyle>
          <a:p>
            <a:r>
              <a:t> </a:t>
            </a:r>
          </a:p>
        </p:txBody>
      </p:sp>
      <p:sp>
        <p:nvSpPr>
          <p:cNvPr id="180" name="TextBox 13"/>
          <p:cNvSpPr txBox="1"/>
          <p:nvPr/>
        </p:nvSpPr>
        <p:spPr>
          <a:xfrm>
            <a:off x="16113937" y="6410809"/>
            <a:ext cx="2340645" cy="4401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19200">
              <a:lnSpc>
                <a:spcPts val="3400"/>
              </a:lnSpc>
              <a:spcBef>
                <a:spcPts val="0"/>
              </a:spcBef>
              <a:defRPr sz="3200" spc="-32">
                <a:latin typeface="Times New Roman"/>
                <a:ea typeface="Times New Roman"/>
                <a:cs typeface="Times New Roman"/>
                <a:sym typeface="Times New Roman"/>
              </a:defRPr>
            </a:lvl1pPr>
          </a:lstStyle>
          <a:p>
            <a:r>
              <a:t>Submitted By:</a:t>
            </a:r>
          </a:p>
        </p:txBody>
      </p:sp>
      <p:sp>
        <p:nvSpPr>
          <p:cNvPr id="181" name="TextBox 14"/>
          <p:cNvSpPr txBox="1"/>
          <p:nvPr/>
        </p:nvSpPr>
        <p:spPr>
          <a:xfrm>
            <a:off x="15658734" y="6855376"/>
            <a:ext cx="7270920" cy="15780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defTabSz="1219200">
              <a:lnSpc>
                <a:spcPts val="3400"/>
              </a:lnSpc>
              <a:spcBef>
                <a:spcPts val="0"/>
              </a:spcBef>
              <a:defRPr sz="3200" spc="-32">
                <a:latin typeface="Times New Roman"/>
                <a:ea typeface="Times New Roman"/>
                <a:cs typeface="Times New Roman"/>
                <a:sym typeface="Times New Roman"/>
              </a:defRPr>
            </a:pPr>
            <a:r>
              <a:t>Group No : 34</a:t>
            </a:r>
            <a:endParaRPr u="sng"/>
          </a:p>
          <a:p>
            <a:pPr defTabSz="1219200">
              <a:lnSpc>
                <a:spcPts val="3400"/>
              </a:lnSpc>
              <a:spcBef>
                <a:spcPts val="0"/>
              </a:spcBef>
              <a:defRPr sz="3200" spc="17">
                <a:latin typeface="Times New Roman"/>
                <a:ea typeface="Times New Roman"/>
                <a:cs typeface="Times New Roman"/>
                <a:sym typeface="Times New Roman"/>
              </a:defRPr>
            </a:pPr>
            <a:r>
              <a:t>Kartik Mohan                  (2301430100115) </a:t>
            </a:r>
          </a:p>
          <a:p>
            <a:pPr defTabSz="1219200">
              <a:lnSpc>
                <a:spcPts val="2600"/>
              </a:lnSpc>
              <a:spcBef>
                <a:spcPts val="0"/>
              </a:spcBef>
              <a:defRPr sz="3200" spc="17">
                <a:latin typeface="Times New Roman"/>
                <a:ea typeface="Times New Roman"/>
                <a:cs typeface="Times New Roman"/>
                <a:sym typeface="Times New Roman"/>
              </a:defRPr>
            </a:pPr>
            <a:r>
              <a:t>Mohd Adnan Khan.         (2301430100139)</a:t>
            </a:r>
          </a:p>
          <a:p>
            <a:pPr defTabSz="1219200">
              <a:lnSpc>
                <a:spcPts val="2600"/>
              </a:lnSpc>
              <a:spcBef>
                <a:spcPts val="0"/>
              </a:spcBef>
              <a:defRPr sz="3200" spc="17">
                <a:latin typeface="Times New Roman"/>
                <a:ea typeface="Times New Roman"/>
                <a:cs typeface="Times New Roman"/>
                <a:sym typeface="Times New Roman"/>
              </a:defRPr>
            </a:pPr>
            <a:r>
              <a:t>Krishna Navneet Kumar  (2301430100122)</a:t>
            </a:r>
          </a:p>
        </p:txBody>
      </p:sp>
      <p:sp>
        <p:nvSpPr>
          <p:cNvPr id="182" name="TextBox 15"/>
          <p:cNvSpPr txBox="1"/>
          <p:nvPr/>
        </p:nvSpPr>
        <p:spPr>
          <a:xfrm>
            <a:off x="4239358" y="7041384"/>
            <a:ext cx="4325084" cy="4401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19200">
              <a:lnSpc>
                <a:spcPts val="3400"/>
              </a:lnSpc>
              <a:spcBef>
                <a:spcPts val="0"/>
              </a:spcBef>
              <a:defRPr sz="3200" spc="17">
                <a:latin typeface="Times New Roman"/>
                <a:ea typeface="Times New Roman"/>
                <a:cs typeface="Times New Roman"/>
                <a:sym typeface="Times New Roman"/>
              </a:defRPr>
            </a:lvl1pPr>
          </a:lstStyle>
          <a:p>
            <a:r>
              <a:t>Mr. Saurabh Dwivedi</a:t>
            </a:r>
          </a:p>
        </p:txBody>
      </p:sp>
      <p:sp>
        <p:nvSpPr>
          <p:cNvPr id="183" name="TextBox 16"/>
          <p:cNvSpPr txBox="1"/>
          <p:nvPr/>
        </p:nvSpPr>
        <p:spPr>
          <a:xfrm>
            <a:off x="4239358" y="7763322"/>
            <a:ext cx="4030707" cy="10564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defTabSz="1219200">
              <a:lnSpc>
                <a:spcPts val="3000"/>
              </a:lnSpc>
              <a:spcBef>
                <a:spcPts val="0"/>
              </a:spcBef>
              <a:defRPr sz="3200" spc="14">
                <a:latin typeface="Times New Roman"/>
                <a:ea typeface="Times New Roman"/>
                <a:cs typeface="Times New Roman"/>
                <a:sym typeface="Times New Roman"/>
              </a:defRPr>
            </a:pPr>
            <a:r>
              <a:t>Assistant Professor</a:t>
            </a:r>
          </a:p>
          <a:p>
            <a:pPr defTabSz="1219200">
              <a:lnSpc>
                <a:spcPts val="3000"/>
              </a:lnSpc>
              <a:spcBef>
                <a:spcPts val="0"/>
              </a:spcBef>
              <a:defRPr sz="3200" spc="14">
                <a:latin typeface="Times New Roman"/>
                <a:ea typeface="Times New Roman"/>
                <a:cs typeface="Times New Roman"/>
                <a:sym typeface="Times New Roman"/>
              </a:defRPr>
            </a:pPr>
            <a:endParaRPr/>
          </a:p>
          <a:p>
            <a:pPr defTabSz="1219200">
              <a:lnSpc>
                <a:spcPts val="1800"/>
              </a:lnSpc>
              <a:spcBef>
                <a:spcPts val="0"/>
              </a:spcBef>
              <a:defRPr sz="3200" spc="17">
                <a:latin typeface="Times New Roman"/>
                <a:ea typeface="Times New Roman"/>
                <a:cs typeface="Times New Roman"/>
                <a:sym typeface="Times New Roman"/>
              </a:defRPr>
            </a:pPr>
            <a:r>
              <a:t>Department of CSE </a:t>
            </a:r>
          </a:p>
        </p:txBody>
      </p:sp>
      <p:sp>
        <p:nvSpPr>
          <p:cNvPr id="184" name="TextBox 17"/>
          <p:cNvSpPr txBox="1"/>
          <p:nvPr/>
        </p:nvSpPr>
        <p:spPr>
          <a:xfrm>
            <a:off x="9072017" y="10343185"/>
            <a:ext cx="5674660" cy="8803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defTabSz="1219200">
              <a:lnSpc>
                <a:spcPts val="3400"/>
              </a:lnSpc>
              <a:spcBef>
                <a:spcPts val="0"/>
              </a:spcBef>
              <a:defRPr sz="3200" spc="17">
                <a:latin typeface="Times New Roman"/>
                <a:ea typeface="Times New Roman"/>
                <a:cs typeface="Times New Roman"/>
                <a:sym typeface="Times New Roman"/>
              </a:defRPr>
            </a:lvl1pPr>
          </a:lstStyle>
          <a:p>
            <a:r>
              <a:t>IMS Engineering College, Ghaziabad</a:t>
            </a:r>
          </a:p>
        </p:txBody>
      </p:sp>
      <p:sp>
        <p:nvSpPr>
          <p:cNvPr id="185" name="TextBox 18"/>
          <p:cNvSpPr txBox="1"/>
          <p:nvPr/>
        </p:nvSpPr>
        <p:spPr>
          <a:xfrm>
            <a:off x="7780746" y="11285942"/>
            <a:ext cx="8257201" cy="8803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defTabSz="1219200">
              <a:lnSpc>
                <a:spcPts val="3400"/>
              </a:lnSpc>
              <a:spcBef>
                <a:spcPts val="0"/>
              </a:spcBef>
              <a:defRPr sz="3200" spc="17">
                <a:latin typeface="Times New Roman"/>
                <a:ea typeface="Times New Roman"/>
                <a:cs typeface="Times New Roman"/>
                <a:sym typeface="Times New Roman"/>
              </a:defRPr>
            </a:lvl1pPr>
          </a:lstStyle>
          <a:p>
            <a:r>
              <a:t>Dr. A.P.J Abdul Kalam Technical University, Lucknow (2025-26)</a:t>
            </a:r>
          </a:p>
        </p:txBody>
      </p:sp>
      <p:sp>
        <p:nvSpPr>
          <p:cNvPr id="186" name="TextBox 19"/>
          <p:cNvSpPr txBox="1"/>
          <p:nvPr/>
        </p:nvSpPr>
        <p:spPr>
          <a:xfrm>
            <a:off x="15542617" y="8439628"/>
            <a:ext cx="7387037" cy="6975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defTabSz="1219200">
              <a:lnSpc>
                <a:spcPts val="2600"/>
              </a:lnSpc>
              <a:spcBef>
                <a:spcPts val="0"/>
              </a:spcBef>
              <a:defRPr sz="3200" spc="17">
                <a:latin typeface="Times New Roman"/>
                <a:ea typeface="Times New Roman"/>
                <a:cs typeface="Times New Roman"/>
                <a:sym typeface="Times New Roman"/>
              </a:defRPr>
            </a:pPr>
            <a:r>
              <a:t> Kanishka                          (2301430100112)</a:t>
            </a:r>
          </a:p>
          <a:p>
            <a:pPr defTabSz="1219200">
              <a:lnSpc>
                <a:spcPts val="2600"/>
              </a:lnSpc>
              <a:spcBef>
                <a:spcPts val="0"/>
              </a:spcBef>
              <a:defRPr sz="3200" spc="17">
                <a:latin typeface="Times New Roman"/>
                <a:ea typeface="Times New Roman"/>
                <a:cs typeface="Times New Roman"/>
                <a:sym typeface="Times New Roman"/>
              </a:defRPr>
            </a:pPr>
            <a:r>
              <a:t> Nyasa Samridhi                (2301430100157)</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TextBox 2"/>
          <p:cNvSpPr txBox="1"/>
          <p:nvPr/>
        </p:nvSpPr>
        <p:spPr>
          <a:xfrm>
            <a:off x="6284733" y="1109668"/>
            <a:ext cx="9673614" cy="996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19200">
              <a:lnSpc>
                <a:spcPts val="7700"/>
              </a:lnSpc>
              <a:spcBef>
                <a:spcPts val="0"/>
              </a:spcBef>
              <a:defRPr sz="7200" b="1" u="sng" spc="-1">
                <a:latin typeface="Times New Roman MT Bold"/>
                <a:ea typeface="Times New Roman MT Bold"/>
                <a:cs typeface="Times New Roman MT Bold"/>
                <a:sym typeface="Times New Roman MT Bold"/>
              </a:defRPr>
            </a:lvl1pPr>
          </a:lstStyle>
          <a:p>
            <a:r>
              <a:t>Problem Statement</a:t>
            </a:r>
          </a:p>
        </p:txBody>
      </p:sp>
      <p:sp>
        <p:nvSpPr>
          <p:cNvPr id="189" name="TextBox 3"/>
          <p:cNvSpPr txBox="1"/>
          <p:nvPr/>
        </p:nvSpPr>
        <p:spPr>
          <a:xfrm>
            <a:off x="1437708" y="3380167"/>
            <a:ext cx="20543227" cy="5882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620568" indent="-620568" defTabSz="457200">
              <a:lnSpc>
                <a:spcPct val="107916"/>
              </a:lnSpc>
              <a:spcBef>
                <a:spcPts val="800"/>
              </a:spcBef>
              <a:buSzPct val="150000"/>
              <a:buChar char="•"/>
              <a:tabLst>
                <a:tab pos="457200" algn="l"/>
              </a:tabLst>
              <a:defRPr sz="5000">
                <a:uFill>
                  <a:solidFill>
                    <a:srgbClr val="000000"/>
                  </a:solidFill>
                </a:uFill>
                <a:latin typeface="Calibri"/>
                <a:ea typeface="Calibri"/>
                <a:cs typeface="Calibri"/>
                <a:sym typeface="Calibri"/>
              </a:defRPr>
            </a:pPr>
            <a:r>
              <a:rPr b="1"/>
              <a:t>Limited Learning Exposure:</a:t>
            </a:r>
            <a:r>
              <a:t> Students only access notes relevant to their specific institution, missing out on superior or alternative explanations available elsewhere.</a:t>
            </a:r>
          </a:p>
          <a:p>
            <a:pPr marL="620568" indent="-620568" defTabSz="457200">
              <a:lnSpc>
                <a:spcPct val="107916"/>
              </a:lnSpc>
              <a:spcBef>
                <a:spcPts val="800"/>
              </a:spcBef>
              <a:buSzPct val="150000"/>
              <a:buChar char="•"/>
              <a:tabLst>
                <a:tab pos="457200" algn="l"/>
              </a:tabLst>
              <a:defRPr sz="5000">
                <a:uFill>
                  <a:solidFill>
                    <a:srgbClr val="000000"/>
                  </a:solidFill>
                </a:uFill>
                <a:latin typeface="Calibri"/>
                <a:ea typeface="Calibri"/>
                <a:cs typeface="Calibri"/>
                <a:sym typeface="Calibri"/>
              </a:defRPr>
            </a:pPr>
            <a:r>
              <a:rPr b="1"/>
              <a:t>Inefficient Search:</a:t>
            </a:r>
            <a:r>
              <a:t> Valuable resources are hard to find and verify, wasting student time.</a:t>
            </a:r>
          </a:p>
          <a:p>
            <a:pPr marL="620568" indent="-620568" defTabSz="457200">
              <a:lnSpc>
                <a:spcPct val="107916"/>
              </a:lnSpc>
              <a:spcBef>
                <a:spcPts val="800"/>
              </a:spcBef>
              <a:buSzPct val="150000"/>
              <a:buChar char="•"/>
              <a:tabLst>
                <a:tab pos="457200" algn="l"/>
              </a:tabLst>
              <a:defRPr sz="5000">
                <a:uFill>
                  <a:solidFill>
                    <a:srgbClr val="000000"/>
                  </a:solidFill>
                </a:uFill>
                <a:latin typeface="Calibri"/>
                <a:ea typeface="Calibri"/>
                <a:cs typeface="Calibri"/>
                <a:sym typeface="Calibri"/>
              </a:defRPr>
            </a:pPr>
            <a:r>
              <a:rPr b="1"/>
              <a:t>Inconsistent Quality:</a:t>
            </a:r>
            <a:r>
              <a:t> No standardized platform for contribution or rating of shared content.</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extBox 2"/>
          <p:cNvSpPr txBox="1"/>
          <p:nvPr/>
        </p:nvSpPr>
        <p:spPr>
          <a:xfrm>
            <a:off x="10110355" y="460354"/>
            <a:ext cx="4163289" cy="9960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19200">
              <a:lnSpc>
                <a:spcPts val="7700"/>
              </a:lnSpc>
              <a:spcBef>
                <a:spcPts val="0"/>
              </a:spcBef>
              <a:defRPr sz="7200" b="1" u="sng" spc="-1">
                <a:latin typeface="Times New Roman MT Bold"/>
                <a:ea typeface="Times New Roman MT Bold"/>
                <a:cs typeface="Times New Roman MT Bold"/>
                <a:sym typeface="Times New Roman MT Bold"/>
              </a:defRPr>
            </a:lvl1pPr>
          </a:lstStyle>
          <a:p>
            <a:r>
              <a:t>Objective </a:t>
            </a:r>
          </a:p>
        </p:txBody>
      </p:sp>
      <p:sp>
        <p:nvSpPr>
          <p:cNvPr id="192" name="TextBox 3"/>
          <p:cNvSpPr txBox="1"/>
          <p:nvPr/>
        </p:nvSpPr>
        <p:spPr>
          <a:xfrm>
            <a:off x="962569" y="2342206"/>
            <a:ext cx="22458863" cy="8601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620568" indent="-620568" defTabSz="457200">
              <a:lnSpc>
                <a:spcPct val="107916"/>
              </a:lnSpc>
              <a:spcBef>
                <a:spcPts val="800"/>
              </a:spcBef>
              <a:buSzPct val="150000"/>
              <a:buChar char="•"/>
              <a:defRPr sz="5000">
                <a:uFill>
                  <a:solidFill>
                    <a:srgbClr val="000000"/>
                  </a:solidFill>
                </a:uFill>
                <a:latin typeface="Calibri"/>
                <a:ea typeface="Calibri"/>
                <a:cs typeface="Calibri"/>
                <a:sym typeface="Calibri"/>
              </a:defRPr>
            </a:pPr>
            <a:r>
              <a:rPr b="1"/>
              <a:t>Seamless &amp; Secure User Authentication : </a:t>
            </a:r>
            <a:r>
              <a:t>Allow users to register and log in quickly using </a:t>
            </a:r>
            <a:r>
              <a:rPr b="1"/>
              <a:t>Google OAuth</a:t>
            </a:r>
            <a:r>
              <a:t> or a </a:t>
            </a:r>
            <a:r>
              <a:rPr b="1"/>
              <a:t>Phone Number</a:t>
            </a:r>
            <a:r>
              <a:t> (SMS token).</a:t>
            </a:r>
          </a:p>
          <a:p>
            <a:pPr marL="620568" indent="-620568" defTabSz="457200">
              <a:lnSpc>
                <a:spcPct val="107916"/>
              </a:lnSpc>
              <a:spcBef>
                <a:spcPts val="800"/>
              </a:spcBef>
              <a:buSzPct val="150000"/>
              <a:buChar char="•"/>
              <a:defRPr sz="5000">
                <a:uFill>
                  <a:solidFill>
                    <a:srgbClr val="000000"/>
                  </a:solidFill>
                </a:uFill>
                <a:latin typeface="Calibri"/>
                <a:ea typeface="Calibri"/>
                <a:cs typeface="Calibri"/>
                <a:sym typeface="Calibri"/>
              </a:defRPr>
            </a:pPr>
            <a:r>
              <a:rPr b="1"/>
              <a:t>Structured Note Repository : </a:t>
            </a:r>
            <a:r>
              <a:t>Implement a database structure that allows users to categorize notes by Subject, Course, Institution, and Year.</a:t>
            </a:r>
          </a:p>
          <a:p>
            <a:pPr marL="620568" indent="-620568" defTabSz="457200">
              <a:lnSpc>
                <a:spcPct val="107916"/>
              </a:lnSpc>
              <a:spcBef>
                <a:spcPts val="800"/>
              </a:spcBef>
              <a:buSzPct val="150000"/>
              <a:buChar char="•"/>
              <a:defRPr sz="5000">
                <a:uFill>
                  <a:solidFill>
                    <a:srgbClr val="000000"/>
                  </a:solidFill>
                </a:uFill>
                <a:latin typeface="Calibri"/>
                <a:ea typeface="Calibri"/>
                <a:cs typeface="Calibri"/>
                <a:sym typeface="Calibri"/>
              </a:defRPr>
            </a:pPr>
            <a:r>
              <a:rPr b="1"/>
              <a:t>Secure File Upload &amp; Storage: </a:t>
            </a:r>
            <a:r>
              <a:t>Enable authenticated users to upload common file types (PDF, DOCX, etc.) securely to the platform.</a:t>
            </a:r>
          </a:p>
          <a:p>
            <a:pPr marL="620568" indent="-620568" defTabSz="457200">
              <a:lnSpc>
                <a:spcPct val="107916"/>
              </a:lnSpc>
              <a:spcBef>
                <a:spcPts val="800"/>
              </a:spcBef>
              <a:buSzPct val="150000"/>
              <a:buChar char="•"/>
              <a:defRPr sz="5000">
                <a:uFill>
                  <a:solidFill>
                    <a:srgbClr val="000000"/>
                  </a:solidFill>
                </a:uFill>
                <a:latin typeface="Calibri"/>
                <a:ea typeface="Calibri"/>
                <a:cs typeface="Calibri"/>
                <a:sym typeface="Calibri"/>
              </a:defRPr>
            </a:pPr>
            <a:r>
              <a:rPr b="1"/>
              <a:t>Advanced Search and Filtering : </a:t>
            </a:r>
            <a:r>
              <a:t>Develop a search API that allows users to efficiently find notes based on keywords, categories (O2), and popularity/ratings.</a:t>
            </a:r>
          </a:p>
          <a:p>
            <a:pPr marL="620568" indent="-620568" defTabSz="457200">
              <a:lnSpc>
                <a:spcPct val="107916"/>
              </a:lnSpc>
              <a:spcBef>
                <a:spcPts val="800"/>
              </a:spcBef>
              <a:buSzPct val="150000"/>
              <a:buChar char="•"/>
              <a:defRPr sz="5000">
                <a:uFill>
                  <a:solidFill>
                    <a:srgbClr val="000000"/>
                  </a:solidFill>
                </a:uFill>
                <a:latin typeface="Calibri"/>
                <a:ea typeface="Calibri"/>
                <a:cs typeface="Calibri"/>
                <a:sym typeface="Calibri"/>
              </a:defRPr>
            </a:pPr>
            <a:r>
              <a:rPr b="1"/>
              <a:t>User Profile and Management : </a:t>
            </a:r>
            <a:r>
              <a:t>Provide users with a dashboard to view their uploaded notes, track downloads, and update profile information.</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extBox 2"/>
          <p:cNvSpPr txBox="1"/>
          <p:nvPr/>
        </p:nvSpPr>
        <p:spPr>
          <a:xfrm>
            <a:off x="1517239" y="345275"/>
            <a:ext cx="20783762" cy="9011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defTabSz="1219200">
              <a:lnSpc>
                <a:spcPts val="6800"/>
              </a:lnSpc>
              <a:spcBef>
                <a:spcPts val="0"/>
              </a:spcBef>
              <a:defRPr sz="7200" b="1" spc="-1">
                <a:latin typeface="Times New Roman MT Bold"/>
                <a:ea typeface="Times New Roman MT Bold"/>
                <a:cs typeface="Times New Roman MT Bold"/>
                <a:sym typeface="Times New Roman MT Bold"/>
              </a:defRPr>
            </a:pPr>
            <a:r>
              <a:t> </a:t>
            </a:r>
            <a:r>
              <a:rPr u="sng"/>
              <a:t>Literature Survey </a:t>
            </a:r>
          </a:p>
        </p:txBody>
      </p:sp>
      <p:sp>
        <p:nvSpPr>
          <p:cNvPr id="195" name="TextBox 3"/>
          <p:cNvSpPr txBox="1"/>
          <p:nvPr/>
        </p:nvSpPr>
        <p:spPr>
          <a:xfrm>
            <a:off x="900059" y="2209800"/>
            <a:ext cx="22583881" cy="6477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defTabSz="457200">
              <a:lnSpc>
                <a:spcPct val="100000"/>
              </a:lnSpc>
              <a:spcBef>
                <a:spcPts val="1200"/>
              </a:spcBef>
              <a:defRPr sz="4500" b="1">
                <a:latin typeface="Times Roman"/>
                <a:ea typeface="Times Roman"/>
                <a:cs typeface="Times Roman"/>
                <a:sym typeface="Times Roman"/>
              </a:defRPr>
            </a:pPr>
            <a:r>
              <a:t>[1] </a:t>
            </a:r>
            <a:r>
              <a:rPr b="0"/>
              <a:t>This study introduces </a:t>
            </a:r>
            <a:r>
              <a:rPr b="0" i="1"/>
              <a:t>NoTeeline</a:t>
            </a:r>
            <a:r>
              <a:rPr b="0"/>
              <a:t>, a real-time, personalized note-taking system enhanced by large language models (LLMs) that generate concise “micronotes” during live sessions. It improves user engagement and recall by automatically summarizing and organizing key information tailored to individual learning needs.</a:t>
            </a:r>
          </a:p>
          <a:p>
            <a:pPr defTabSz="457200">
              <a:lnSpc>
                <a:spcPct val="100000"/>
              </a:lnSpc>
              <a:spcBef>
                <a:spcPts val="1200"/>
              </a:spcBef>
              <a:defRPr sz="4500">
                <a:latin typeface="Times Roman"/>
                <a:ea typeface="Times Roman"/>
                <a:cs typeface="Times Roman"/>
                <a:sym typeface="Times Roman"/>
              </a:defRPr>
            </a:pPr>
            <a:endParaRPr b="0"/>
          </a:p>
          <a:p>
            <a:pPr defTabSz="457200">
              <a:lnSpc>
                <a:spcPct val="100000"/>
              </a:lnSpc>
              <a:spcBef>
                <a:spcPts val="1200"/>
              </a:spcBef>
              <a:defRPr sz="4500" b="1">
                <a:latin typeface="Times Roman"/>
                <a:ea typeface="Times Roman"/>
                <a:cs typeface="Times Roman"/>
                <a:sym typeface="Times Roman"/>
              </a:defRPr>
            </a:pPr>
            <a:r>
              <a:t>[2] </a:t>
            </a:r>
            <a:r>
              <a:rPr b="0"/>
              <a:t>This research presents </a:t>
            </a:r>
            <a:r>
              <a:rPr b="0" i="1"/>
              <a:t>NoteLink</a:t>
            </a:r>
            <a:r>
              <a:rPr b="0"/>
              <a:t>, a system that connects students’ handwritten notes to specific segments of instructional videos using a simple point-and-shoot interface. It enhances learning by allowing quick access to related video content directly from physical notes, bridging traditional and digital study materials.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TextBox 2"/>
          <p:cNvSpPr txBox="1"/>
          <p:nvPr/>
        </p:nvSpPr>
        <p:spPr>
          <a:xfrm>
            <a:off x="1029184" y="761999"/>
            <a:ext cx="23512592" cy="9011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defTabSz="1219200">
              <a:lnSpc>
                <a:spcPts val="6800"/>
              </a:lnSpc>
              <a:spcBef>
                <a:spcPts val="0"/>
              </a:spcBef>
              <a:defRPr sz="7200" b="1" u="sng" spc="-1">
                <a:latin typeface="Times New Roman MT Bold"/>
                <a:ea typeface="Times New Roman MT Bold"/>
                <a:cs typeface="Times New Roman MT Bold"/>
                <a:sym typeface="Times New Roman MT Bold"/>
              </a:defRPr>
            </a:lvl1pPr>
          </a:lstStyle>
          <a:p>
            <a:r>
              <a:t>Technical Details </a:t>
            </a:r>
          </a:p>
        </p:txBody>
      </p:sp>
      <p:sp>
        <p:nvSpPr>
          <p:cNvPr id="198" name="TextBox 4"/>
          <p:cNvSpPr txBox="1"/>
          <p:nvPr/>
        </p:nvSpPr>
        <p:spPr>
          <a:xfrm>
            <a:off x="2442395" y="3195158"/>
            <a:ext cx="22099383" cy="4747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just" defTabSz="1219200">
              <a:lnSpc>
                <a:spcPts val="6200"/>
              </a:lnSpc>
              <a:spcBef>
                <a:spcPts val="0"/>
              </a:spcBef>
              <a:defRPr sz="4800" b="1">
                <a:latin typeface="Times New Roman"/>
                <a:ea typeface="Times New Roman"/>
                <a:cs typeface="Times New Roman"/>
                <a:sym typeface="Times New Roman"/>
              </a:defRPr>
            </a:pPr>
            <a:r>
              <a:t>Frontend - </a:t>
            </a:r>
            <a:r>
              <a:rPr b="0"/>
              <a:t>React (JavaScript / TypeScript)</a:t>
            </a:r>
            <a:r>
              <a:t> </a:t>
            </a:r>
          </a:p>
          <a:p>
            <a:pPr algn="just" defTabSz="1219200">
              <a:lnSpc>
                <a:spcPts val="6200"/>
              </a:lnSpc>
              <a:spcBef>
                <a:spcPts val="0"/>
              </a:spcBef>
              <a:defRPr sz="4800" b="1">
                <a:latin typeface="Times New Roman"/>
                <a:ea typeface="Times New Roman"/>
                <a:cs typeface="Times New Roman"/>
                <a:sym typeface="Times New Roman"/>
              </a:defRPr>
            </a:pPr>
            <a:r>
              <a:t>Backend</a:t>
            </a:r>
            <a:r>
              <a:rPr b="0"/>
              <a:t> – API Node.Js with Express.Js </a:t>
            </a:r>
          </a:p>
          <a:p>
            <a:pPr algn="just" defTabSz="1219200">
              <a:lnSpc>
                <a:spcPts val="6200"/>
              </a:lnSpc>
              <a:spcBef>
                <a:spcPts val="0"/>
              </a:spcBef>
              <a:defRPr sz="4800" b="1">
                <a:latin typeface="Times New Roman"/>
                <a:ea typeface="Times New Roman"/>
                <a:cs typeface="Times New Roman"/>
                <a:sym typeface="Times New Roman"/>
              </a:defRPr>
            </a:pPr>
            <a:r>
              <a:t>Styling - </a:t>
            </a:r>
            <a:r>
              <a:rPr b="0"/>
              <a:t>Talwind CSS </a:t>
            </a:r>
          </a:p>
          <a:p>
            <a:pPr algn="just" defTabSz="1219200">
              <a:lnSpc>
                <a:spcPts val="6200"/>
              </a:lnSpc>
              <a:spcBef>
                <a:spcPts val="0"/>
              </a:spcBef>
              <a:defRPr sz="4800" b="1">
                <a:latin typeface="Times New Roman"/>
                <a:ea typeface="Times New Roman"/>
                <a:cs typeface="Times New Roman"/>
                <a:sym typeface="Times New Roman"/>
              </a:defRPr>
            </a:pPr>
            <a:r>
              <a:t>Database</a:t>
            </a:r>
            <a:r>
              <a:rPr b="0"/>
              <a:t> – MongoDB (NoSQL)</a:t>
            </a:r>
          </a:p>
          <a:p>
            <a:pPr algn="just" defTabSz="1219200">
              <a:lnSpc>
                <a:spcPts val="6200"/>
              </a:lnSpc>
              <a:spcBef>
                <a:spcPts val="0"/>
              </a:spcBef>
              <a:defRPr sz="4800" b="1">
                <a:latin typeface="Times New Roman"/>
                <a:ea typeface="Times New Roman"/>
                <a:cs typeface="Times New Roman"/>
                <a:sym typeface="Times New Roman"/>
              </a:defRPr>
            </a:pPr>
            <a:r>
              <a:t>Authentication - </a:t>
            </a:r>
            <a:r>
              <a:rPr b="0"/>
              <a:t>Firebase Auth or Passport.Js / JWT </a:t>
            </a:r>
          </a:p>
          <a:p>
            <a:pPr algn="just" defTabSz="1219200">
              <a:lnSpc>
                <a:spcPts val="6200"/>
              </a:lnSpc>
              <a:spcBef>
                <a:spcPts val="0"/>
              </a:spcBef>
              <a:defRPr sz="4800" b="1">
                <a:latin typeface="Times New Roman"/>
                <a:ea typeface="Times New Roman"/>
                <a:cs typeface="Times New Roman"/>
                <a:sym typeface="Times New Roman"/>
              </a:defRPr>
            </a:pPr>
            <a:r>
              <a:t>File Storage - </a:t>
            </a:r>
            <a:r>
              <a:rPr b="0"/>
              <a:t>Cloud Storage (AWS)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EE0AE-666B-7C81-054A-C953D5CCBE95}"/>
            </a:ext>
          </a:extLst>
        </p:cNvPr>
        <p:cNvGrpSpPr/>
        <p:nvPr/>
      </p:nvGrpSpPr>
      <p:grpSpPr>
        <a:xfrm>
          <a:off x="0" y="0"/>
          <a:ext cx="0" cy="0"/>
          <a:chOff x="0" y="0"/>
          <a:chExt cx="0" cy="0"/>
        </a:xfrm>
      </p:grpSpPr>
      <p:sp>
        <p:nvSpPr>
          <p:cNvPr id="197" name="TextBox 2">
            <a:extLst>
              <a:ext uri="{FF2B5EF4-FFF2-40B4-BE49-F238E27FC236}">
                <a16:creationId xmlns:a16="http://schemas.microsoft.com/office/drawing/2014/main" id="{6990C3BC-9BEA-7D29-3151-9FF65169BF31}"/>
              </a:ext>
            </a:extLst>
          </p:cNvPr>
          <p:cNvSpPr txBox="1"/>
          <p:nvPr/>
        </p:nvSpPr>
        <p:spPr>
          <a:xfrm>
            <a:off x="1029184" y="761999"/>
            <a:ext cx="23512592" cy="9011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defTabSz="1219200">
              <a:lnSpc>
                <a:spcPts val="6800"/>
              </a:lnSpc>
              <a:spcBef>
                <a:spcPts val="0"/>
              </a:spcBef>
              <a:defRPr sz="7200" b="1" u="sng" spc="-1">
                <a:latin typeface="Times New Roman MT Bold"/>
                <a:ea typeface="Times New Roman MT Bold"/>
                <a:cs typeface="Times New Roman MT Bold"/>
                <a:sym typeface="Times New Roman MT Bold"/>
              </a:defRPr>
            </a:lvl1pPr>
          </a:lstStyle>
          <a:p>
            <a:r>
              <a:rPr lang="en-US" dirty="0"/>
              <a:t>Methodology</a:t>
            </a:r>
            <a:endParaRPr dirty="0"/>
          </a:p>
        </p:txBody>
      </p:sp>
      <p:sp>
        <p:nvSpPr>
          <p:cNvPr id="198" name="TextBox 4">
            <a:extLst>
              <a:ext uri="{FF2B5EF4-FFF2-40B4-BE49-F238E27FC236}">
                <a16:creationId xmlns:a16="http://schemas.microsoft.com/office/drawing/2014/main" id="{1B28B856-B174-8103-EC38-79A9F5C53107}"/>
              </a:ext>
            </a:extLst>
          </p:cNvPr>
          <p:cNvSpPr txBox="1"/>
          <p:nvPr/>
        </p:nvSpPr>
        <p:spPr>
          <a:xfrm>
            <a:off x="2442395" y="3195158"/>
            <a:ext cx="22099383" cy="7405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just" defTabSz="1219200">
              <a:lnSpc>
                <a:spcPts val="6200"/>
              </a:lnSpc>
              <a:spcBef>
                <a:spcPts val="0"/>
              </a:spcBef>
              <a:defRPr sz="4800" b="1">
                <a:latin typeface="Times New Roman"/>
                <a:ea typeface="Times New Roman"/>
                <a:cs typeface="Times New Roman"/>
                <a:sym typeface="Times New Roman"/>
              </a:defRPr>
            </a:pPr>
            <a:endParaRPr b="0" dirty="0"/>
          </a:p>
        </p:txBody>
      </p:sp>
      <p:pic>
        <p:nvPicPr>
          <p:cNvPr id="3" name="Picture 2" descr="A diagram of a software application&#10;&#10;AI-generated content may be incorrect.">
            <a:extLst>
              <a:ext uri="{FF2B5EF4-FFF2-40B4-BE49-F238E27FC236}">
                <a16:creationId xmlns:a16="http://schemas.microsoft.com/office/drawing/2014/main" id="{2C0A31D3-6652-094C-F5F1-A841CD45B5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8435" y="2262187"/>
            <a:ext cx="19182521" cy="10539413"/>
          </a:xfrm>
          <a:prstGeom prst="rect">
            <a:avLst/>
          </a:prstGeom>
        </p:spPr>
      </p:pic>
    </p:spTree>
    <p:extLst>
      <p:ext uri="{BB962C8B-B14F-4D97-AF65-F5344CB8AC3E}">
        <p14:creationId xmlns:p14="http://schemas.microsoft.com/office/powerpoint/2010/main" val="1421670986"/>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9E72A-F333-F92B-24A8-6D65AFD571C2}"/>
            </a:ext>
          </a:extLst>
        </p:cNvPr>
        <p:cNvGrpSpPr/>
        <p:nvPr/>
      </p:nvGrpSpPr>
      <p:grpSpPr>
        <a:xfrm>
          <a:off x="0" y="0"/>
          <a:ext cx="0" cy="0"/>
          <a:chOff x="0" y="0"/>
          <a:chExt cx="0" cy="0"/>
        </a:xfrm>
      </p:grpSpPr>
      <p:sp>
        <p:nvSpPr>
          <p:cNvPr id="197" name="TextBox 2">
            <a:extLst>
              <a:ext uri="{FF2B5EF4-FFF2-40B4-BE49-F238E27FC236}">
                <a16:creationId xmlns:a16="http://schemas.microsoft.com/office/drawing/2014/main" id="{7B7F2A9B-B0E6-0B4C-B6B8-86870D381CE4}"/>
              </a:ext>
            </a:extLst>
          </p:cNvPr>
          <p:cNvSpPr txBox="1"/>
          <p:nvPr/>
        </p:nvSpPr>
        <p:spPr>
          <a:xfrm>
            <a:off x="1029184" y="761999"/>
            <a:ext cx="23512592" cy="9011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defTabSz="1219200">
              <a:lnSpc>
                <a:spcPts val="6800"/>
              </a:lnSpc>
              <a:spcBef>
                <a:spcPts val="0"/>
              </a:spcBef>
              <a:defRPr sz="7200" b="1" u="sng" spc="-1">
                <a:latin typeface="Times New Roman MT Bold"/>
                <a:ea typeface="Times New Roman MT Bold"/>
                <a:cs typeface="Times New Roman MT Bold"/>
                <a:sym typeface="Times New Roman MT Bold"/>
              </a:defRPr>
            </a:lvl1pPr>
          </a:lstStyle>
          <a:p>
            <a:r>
              <a:rPr lang="en-US" dirty="0"/>
              <a:t>Implementation</a:t>
            </a:r>
            <a:endParaRPr dirty="0"/>
          </a:p>
        </p:txBody>
      </p:sp>
      <p:sp>
        <p:nvSpPr>
          <p:cNvPr id="198" name="TextBox 4">
            <a:extLst>
              <a:ext uri="{FF2B5EF4-FFF2-40B4-BE49-F238E27FC236}">
                <a16:creationId xmlns:a16="http://schemas.microsoft.com/office/drawing/2014/main" id="{18303495-98B9-8982-8B9C-C0FFF928CDFA}"/>
              </a:ext>
            </a:extLst>
          </p:cNvPr>
          <p:cNvSpPr txBox="1"/>
          <p:nvPr/>
        </p:nvSpPr>
        <p:spPr>
          <a:xfrm>
            <a:off x="2442395" y="3195158"/>
            <a:ext cx="22099383" cy="7405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just" defTabSz="1219200">
              <a:lnSpc>
                <a:spcPts val="6200"/>
              </a:lnSpc>
              <a:spcBef>
                <a:spcPts val="0"/>
              </a:spcBef>
              <a:defRPr sz="4800" b="1">
                <a:latin typeface="Times New Roman"/>
                <a:ea typeface="Times New Roman"/>
                <a:cs typeface="Times New Roman"/>
                <a:sym typeface="Times New Roman"/>
              </a:defRPr>
            </a:pPr>
            <a:endParaRPr b="0" dirty="0"/>
          </a:p>
        </p:txBody>
      </p:sp>
      <p:pic>
        <p:nvPicPr>
          <p:cNvPr id="4" name="Picture 3" descr="A screenshot of a login form&#10;&#10;AI-generated content may be incorrect.">
            <a:extLst>
              <a:ext uri="{FF2B5EF4-FFF2-40B4-BE49-F238E27FC236}">
                <a16:creationId xmlns:a16="http://schemas.microsoft.com/office/drawing/2014/main" id="{CF2C72FF-ED58-7ACF-9A0F-FF7E370BF3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24641" y="3195158"/>
            <a:ext cx="10932160" cy="9606442"/>
          </a:xfrm>
          <a:prstGeom prst="rect">
            <a:avLst/>
          </a:prstGeom>
        </p:spPr>
      </p:pic>
      <p:pic>
        <p:nvPicPr>
          <p:cNvPr id="6" name="Picture 5" descr="A screenshot of a login form&#10;&#10;AI-generated content may be incorrect.">
            <a:extLst>
              <a:ext uri="{FF2B5EF4-FFF2-40B4-BE49-F238E27FC236}">
                <a16:creationId xmlns:a16="http://schemas.microsoft.com/office/drawing/2014/main" id="{4825ECA9-A3BB-3F94-F36E-AA9D5447FC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757" y="2710748"/>
            <a:ext cx="10332403" cy="10090852"/>
          </a:xfrm>
          <a:prstGeom prst="rect">
            <a:avLst/>
          </a:prstGeom>
        </p:spPr>
      </p:pic>
    </p:spTree>
    <p:extLst>
      <p:ext uri="{BB962C8B-B14F-4D97-AF65-F5344CB8AC3E}">
        <p14:creationId xmlns:p14="http://schemas.microsoft.com/office/powerpoint/2010/main" val="369804008"/>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F876E-2DC1-827E-5FF4-81B41D6D7C0D}"/>
            </a:ext>
          </a:extLst>
        </p:cNvPr>
        <p:cNvGrpSpPr/>
        <p:nvPr/>
      </p:nvGrpSpPr>
      <p:grpSpPr>
        <a:xfrm>
          <a:off x="0" y="0"/>
          <a:ext cx="0" cy="0"/>
          <a:chOff x="0" y="0"/>
          <a:chExt cx="0" cy="0"/>
        </a:xfrm>
      </p:grpSpPr>
      <p:sp>
        <p:nvSpPr>
          <p:cNvPr id="197" name="TextBox 2">
            <a:extLst>
              <a:ext uri="{FF2B5EF4-FFF2-40B4-BE49-F238E27FC236}">
                <a16:creationId xmlns:a16="http://schemas.microsoft.com/office/drawing/2014/main" id="{7ED40B07-74AA-4F57-9F29-5718C23E1554}"/>
              </a:ext>
            </a:extLst>
          </p:cNvPr>
          <p:cNvSpPr txBox="1"/>
          <p:nvPr/>
        </p:nvSpPr>
        <p:spPr>
          <a:xfrm>
            <a:off x="1029184" y="761999"/>
            <a:ext cx="23512592" cy="9011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defTabSz="1219200">
              <a:lnSpc>
                <a:spcPts val="6800"/>
              </a:lnSpc>
              <a:spcBef>
                <a:spcPts val="0"/>
              </a:spcBef>
              <a:defRPr sz="7200" b="1" u="sng" spc="-1">
                <a:latin typeface="Times New Roman MT Bold"/>
                <a:ea typeface="Times New Roman MT Bold"/>
                <a:cs typeface="Times New Roman MT Bold"/>
                <a:sym typeface="Times New Roman MT Bold"/>
              </a:defRPr>
            </a:lvl1pPr>
          </a:lstStyle>
          <a:p>
            <a:r>
              <a:rPr lang="en-US" dirty="0"/>
              <a:t>Implementation</a:t>
            </a:r>
            <a:endParaRPr dirty="0"/>
          </a:p>
        </p:txBody>
      </p:sp>
      <p:sp>
        <p:nvSpPr>
          <p:cNvPr id="198" name="TextBox 4">
            <a:extLst>
              <a:ext uri="{FF2B5EF4-FFF2-40B4-BE49-F238E27FC236}">
                <a16:creationId xmlns:a16="http://schemas.microsoft.com/office/drawing/2014/main" id="{9757222C-8CCE-BFCE-463D-79A28DE1AD78}"/>
              </a:ext>
            </a:extLst>
          </p:cNvPr>
          <p:cNvSpPr txBox="1"/>
          <p:nvPr/>
        </p:nvSpPr>
        <p:spPr>
          <a:xfrm>
            <a:off x="2442395" y="3195158"/>
            <a:ext cx="22099383" cy="7405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just" defTabSz="1219200">
              <a:lnSpc>
                <a:spcPts val="6200"/>
              </a:lnSpc>
              <a:spcBef>
                <a:spcPts val="0"/>
              </a:spcBef>
              <a:defRPr sz="4800" b="1">
                <a:latin typeface="Times New Roman"/>
                <a:ea typeface="Times New Roman"/>
                <a:cs typeface="Times New Roman"/>
                <a:sym typeface="Times New Roman"/>
              </a:defRPr>
            </a:pPr>
            <a:endParaRPr b="0" dirty="0"/>
          </a:p>
        </p:txBody>
      </p:sp>
      <p:pic>
        <p:nvPicPr>
          <p:cNvPr id="3" name="Picture 2" descr="A screenshot of a computer&#10;&#10;AI-generated content may be incorrect.">
            <a:extLst>
              <a:ext uri="{FF2B5EF4-FFF2-40B4-BE49-F238E27FC236}">
                <a16:creationId xmlns:a16="http://schemas.microsoft.com/office/drawing/2014/main" id="{984EEC1C-0E74-475A-5997-685792A9AB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09830" y="2885440"/>
            <a:ext cx="11388090" cy="8290559"/>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BC609B74-1BFF-C5A8-B75A-97FC396C4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 y="2418080"/>
            <a:ext cx="10314940" cy="8757919"/>
          </a:xfrm>
          <a:prstGeom prst="rect">
            <a:avLst/>
          </a:prstGeom>
        </p:spPr>
      </p:pic>
    </p:spTree>
    <p:extLst>
      <p:ext uri="{BB962C8B-B14F-4D97-AF65-F5344CB8AC3E}">
        <p14:creationId xmlns:p14="http://schemas.microsoft.com/office/powerpoint/2010/main" val="50324872"/>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1F802-F93A-7581-5501-CDCC0D843403}"/>
            </a:ext>
          </a:extLst>
        </p:cNvPr>
        <p:cNvGrpSpPr/>
        <p:nvPr/>
      </p:nvGrpSpPr>
      <p:grpSpPr>
        <a:xfrm>
          <a:off x="0" y="0"/>
          <a:ext cx="0" cy="0"/>
          <a:chOff x="0" y="0"/>
          <a:chExt cx="0" cy="0"/>
        </a:xfrm>
      </p:grpSpPr>
      <p:sp>
        <p:nvSpPr>
          <p:cNvPr id="197" name="TextBox 2">
            <a:extLst>
              <a:ext uri="{FF2B5EF4-FFF2-40B4-BE49-F238E27FC236}">
                <a16:creationId xmlns:a16="http://schemas.microsoft.com/office/drawing/2014/main" id="{17D661D1-9DBD-D15B-976D-1BBA4CC939CA}"/>
              </a:ext>
            </a:extLst>
          </p:cNvPr>
          <p:cNvSpPr txBox="1"/>
          <p:nvPr/>
        </p:nvSpPr>
        <p:spPr>
          <a:xfrm>
            <a:off x="1029184" y="761999"/>
            <a:ext cx="23512592" cy="9011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defTabSz="1219200">
              <a:lnSpc>
                <a:spcPts val="6800"/>
              </a:lnSpc>
              <a:spcBef>
                <a:spcPts val="0"/>
              </a:spcBef>
              <a:defRPr sz="7200" b="1" u="sng" spc="-1">
                <a:latin typeface="Times New Roman MT Bold"/>
                <a:ea typeface="Times New Roman MT Bold"/>
                <a:cs typeface="Times New Roman MT Bold"/>
                <a:sym typeface="Times New Roman MT Bold"/>
              </a:defRPr>
            </a:lvl1pPr>
          </a:lstStyle>
          <a:p>
            <a:r>
              <a:rPr lang="en-US" dirty="0"/>
              <a:t>Implementation</a:t>
            </a:r>
            <a:endParaRPr dirty="0"/>
          </a:p>
        </p:txBody>
      </p:sp>
      <p:sp>
        <p:nvSpPr>
          <p:cNvPr id="198" name="TextBox 4">
            <a:extLst>
              <a:ext uri="{FF2B5EF4-FFF2-40B4-BE49-F238E27FC236}">
                <a16:creationId xmlns:a16="http://schemas.microsoft.com/office/drawing/2014/main" id="{AF118CCB-58DA-2048-2F00-A04B147E566B}"/>
              </a:ext>
            </a:extLst>
          </p:cNvPr>
          <p:cNvSpPr txBox="1"/>
          <p:nvPr/>
        </p:nvSpPr>
        <p:spPr>
          <a:xfrm>
            <a:off x="2442395" y="3195158"/>
            <a:ext cx="22099383" cy="7405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just" defTabSz="1219200">
              <a:lnSpc>
                <a:spcPts val="6200"/>
              </a:lnSpc>
              <a:spcBef>
                <a:spcPts val="0"/>
              </a:spcBef>
              <a:defRPr sz="4800" b="1">
                <a:latin typeface="Times New Roman"/>
                <a:ea typeface="Times New Roman"/>
                <a:cs typeface="Times New Roman"/>
                <a:sym typeface="Times New Roman"/>
              </a:defRPr>
            </a:pPr>
            <a:endParaRPr b="0" dirty="0"/>
          </a:p>
        </p:txBody>
      </p:sp>
      <p:pic>
        <p:nvPicPr>
          <p:cNvPr id="4" name="Picture 3" descr="A screenshot of a computer&#10;&#10;AI-generated content may be incorrect.">
            <a:extLst>
              <a:ext uri="{FF2B5EF4-FFF2-40B4-BE49-F238E27FC236}">
                <a16:creationId xmlns:a16="http://schemas.microsoft.com/office/drawing/2014/main" id="{800D798B-3788-D9A5-3293-F881333C54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5200" y="2987041"/>
            <a:ext cx="18978880" cy="8534400"/>
          </a:xfrm>
          <a:prstGeom prst="rect">
            <a:avLst/>
          </a:prstGeom>
        </p:spPr>
      </p:pic>
    </p:spTree>
    <p:extLst>
      <p:ext uri="{BB962C8B-B14F-4D97-AF65-F5344CB8AC3E}">
        <p14:creationId xmlns:p14="http://schemas.microsoft.com/office/powerpoint/2010/main" val="3168140222"/>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TextBox 2"/>
          <p:cNvSpPr txBox="1"/>
          <p:nvPr/>
        </p:nvSpPr>
        <p:spPr>
          <a:xfrm>
            <a:off x="1555803" y="2369812"/>
            <a:ext cx="21640801" cy="990028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defTabSz="457200">
              <a:lnSpc>
                <a:spcPct val="100000"/>
              </a:lnSpc>
              <a:spcBef>
                <a:spcPts val="1200"/>
              </a:spcBef>
              <a:defRPr sz="4500">
                <a:latin typeface="Times Roman"/>
                <a:ea typeface="Times Roman"/>
                <a:cs typeface="Times Roman"/>
                <a:sym typeface="Times Roman"/>
              </a:defRPr>
            </a:pPr>
            <a:endParaRPr/>
          </a:p>
          <a:p>
            <a:pPr defTabSz="457200">
              <a:lnSpc>
                <a:spcPct val="100000"/>
              </a:lnSpc>
              <a:spcBef>
                <a:spcPts val="1200"/>
              </a:spcBef>
              <a:defRPr sz="4500">
                <a:latin typeface="Times Roman"/>
                <a:ea typeface="Times Roman"/>
                <a:cs typeface="Times Roman"/>
                <a:sym typeface="Times Roman"/>
              </a:defRPr>
            </a:pPr>
            <a:r>
              <a:t>[1]Huq, F., Samee, A., Lin, D. C. E., Tang, A. X., &amp; Bigham, J. P. (2025, March). NoTeeline: Supporting Real-Time, Personalized Notetaking with LLM-Enhanced Micronotes. In </a:t>
            </a:r>
            <a:r>
              <a:rPr i="1"/>
              <a:t>Proceedings of the 30th International Conference on Intelligent User Interfaces</a:t>
            </a:r>
            <a:r>
              <a:t> (pp. 1064-1081).</a:t>
            </a:r>
          </a:p>
          <a:p>
            <a:pPr defTabSz="457200">
              <a:lnSpc>
                <a:spcPct val="100000"/>
              </a:lnSpc>
              <a:spcBef>
                <a:spcPts val="1200"/>
              </a:spcBef>
              <a:defRPr sz="4500">
                <a:latin typeface="Times Roman"/>
                <a:ea typeface="Times Roman"/>
                <a:cs typeface="Times Roman"/>
                <a:sym typeface="Times Roman"/>
              </a:defRPr>
            </a:pPr>
            <a:endParaRPr/>
          </a:p>
          <a:p>
            <a:pPr defTabSz="457200">
              <a:lnSpc>
                <a:spcPct val="100000"/>
              </a:lnSpc>
              <a:spcBef>
                <a:spcPts val="1200"/>
              </a:spcBef>
              <a:defRPr sz="4500">
                <a:latin typeface="Times Roman"/>
                <a:ea typeface="Times Roman"/>
                <a:cs typeface="Times Roman"/>
                <a:sym typeface="Times Roman"/>
              </a:defRPr>
            </a:pPr>
            <a:r>
              <a:t>[2]Srinivasa, R. J., Dodson, S., Seo, K., Yoon, D., &amp; Fels, S. (2021, September). NoteLink: A Point-and-Shoot Linking Interface between Students' Handwritten Notebooks and Instructional Videos. In </a:t>
            </a:r>
            <a:r>
              <a:rPr i="1"/>
              <a:t>2021 ACM/IEEE Joint Conference on Digital Libraries (JCDL)</a:t>
            </a:r>
            <a:r>
              <a:t> (pp. 140-149). IEEE.</a:t>
            </a:r>
          </a:p>
          <a:p>
            <a:pPr defTabSz="457200">
              <a:lnSpc>
                <a:spcPct val="100000"/>
              </a:lnSpc>
              <a:spcBef>
                <a:spcPts val="1200"/>
              </a:spcBef>
              <a:defRPr sz="4500">
                <a:latin typeface="Times Roman"/>
                <a:ea typeface="Times Roman"/>
                <a:cs typeface="Times Roman"/>
                <a:sym typeface="Times Roman"/>
              </a:defRPr>
            </a:pPr>
            <a:endParaRPr/>
          </a:p>
          <a:p>
            <a:pPr defTabSz="457200">
              <a:lnSpc>
                <a:spcPct val="100000"/>
              </a:lnSpc>
              <a:spcBef>
                <a:spcPts val="1200"/>
              </a:spcBef>
              <a:defRPr sz="4500">
                <a:latin typeface="Times Roman"/>
                <a:ea typeface="Times Roman"/>
                <a:cs typeface="Times Roman"/>
                <a:sym typeface="Times Roman"/>
              </a:defRPr>
            </a:pPr>
            <a:endParaRPr/>
          </a:p>
        </p:txBody>
      </p:sp>
      <p:sp>
        <p:nvSpPr>
          <p:cNvPr id="201" name="TextBox 3"/>
          <p:cNvSpPr txBox="1"/>
          <p:nvPr/>
        </p:nvSpPr>
        <p:spPr>
          <a:xfrm>
            <a:off x="8900636" y="660399"/>
            <a:ext cx="5370112" cy="8334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defTabSz="1219200">
              <a:lnSpc>
                <a:spcPts val="6100"/>
              </a:lnSpc>
              <a:spcBef>
                <a:spcPts val="0"/>
              </a:spcBef>
              <a:defRPr sz="7200" b="1" u="sng" spc="-1">
                <a:latin typeface="Times New Roman MT Bold"/>
                <a:ea typeface="Times New Roman MT Bold"/>
                <a:cs typeface="Times New Roman MT Bold"/>
                <a:sym typeface="Times New Roman MT Bold"/>
              </a:defRPr>
            </a:lvl1pPr>
          </a:lstStyle>
          <a:p>
            <a:r>
              <a:t>References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14="http://schemas.microsoft.com/office/drawing/2010/main" xmlns:m="http://schemas.openxmlformats.org/officeDocument/2006/math" xmlns="">
      <p:transition spd="med">
        <p:fade/>
      </p:transition>
    </mc:Fallback>
  </mc:AlternateContent>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558</Words>
  <Application>Microsoft Office PowerPoint</Application>
  <PresentationFormat>Custom</PresentationFormat>
  <Paragraphs>50</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Canela Bold</vt:lpstr>
      <vt:lpstr>Canela Deck Regular</vt:lpstr>
      <vt:lpstr>Canela Regular</vt:lpstr>
      <vt:lpstr>Canela Text Regular</vt:lpstr>
      <vt:lpstr>Graphik</vt:lpstr>
      <vt:lpstr>Graphik Medium</vt:lpstr>
      <vt:lpstr>Graphik Semibold</vt:lpstr>
      <vt:lpstr>Helvetica Neue</vt:lpstr>
      <vt:lpstr>23_ClassicWhite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Vivek Pratap</cp:lastModifiedBy>
  <cp:revision>2</cp:revision>
  <dcterms:modified xsi:type="dcterms:W3CDTF">2025-12-01T17:54:13Z</dcterms:modified>
</cp:coreProperties>
</file>