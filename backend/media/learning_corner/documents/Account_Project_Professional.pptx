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Account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1884" y="3200400"/>
            <a:ext cx="67105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400">
                <a:solidFill>
                  <a:srgbClr val="323232"/>
                </a:solidFill>
              </a:defRPr>
            </a:pPr>
            <a:r>
              <a:rPr lang="en-US" dirty="0"/>
              <a:t>Web-Based </a:t>
            </a:r>
            <a:r>
              <a:rPr dirty="0"/>
              <a:t>Accounting, Purchase Order &amp; Invoicing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46B2-B028-5AA3-6977-5F3E48C1C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8BA5FE-1E6A-B759-64CE-1D873D50CDF6}"/>
              </a:ext>
            </a:extLst>
          </p:cNvPr>
          <p:cNvSpPr txBox="1"/>
          <p:nvPr/>
        </p:nvSpPr>
        <p:spPr>
          <a:xfrm>
            <a:off x="457200" y="274320"/>
            <a:ext cx="181434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3200" b="1">
                <a:solidFill>
                  <a:srgbClr val="0066CC"/>
                </a:solidFill>
              </a:defRPr>
            </a:pPr>
            <a:r>
              <a:rPr lang="en-US" dirty="0"/>
              <a:t>Overview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5B047-69A3-02D6-F60C-8C4764588458}"/>
              </a:ext>
            </a:extLst>
          </p:cNvPr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E374B-18B2-4576-FFF6-23B4B39AB673}"/>
              </a:ext>
            </a:extLst>
          </p:cNvPr>
          <p:cNvSpPr txBox="1"/>
          <p:nvPr/>
        </p:nvSpPr>
        <p:spPr>
          <a:xfrm>
            <a:off x="914401" y="1371600"/>
            <a:ext cx="75413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dirty="0"/>
              <a:t>This is a web-based accounting / purchase-order &amp; invoicing management system with a Django backend for Api and a React + TypeScript frontend. It handles all the accounting details like clients, suppliers, quotations, purchase orders, invoices, multi-level approvals, tolerances/validation, PDF upload + AI-driven data extraction, and push notifications, approvals and pdf generation.</a:t>
            </a:r>
          </a:p>
        </p:txBody>
      </p:sp>
    </p:spTree>
    <p:extLst>
      <p:ext uri="{BB962C8B-B14F-4D97-AF65-F5344CB8AC3E}">
        <p14:creationId xmlns:p14="http://schemas.microsoft.com/office/powerpoint/2010/main" val="246386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0066CC"/>
                </a:solidFill>
              </a:defRPr>
            </a:pPr>
            <a:r>
              <a:t>What the Project Is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1" y="1371600"/>
            <a:ext cx="7541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The system digitizes and automates key business processes: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Client-Side Operations</a:t>
            </a:r>
            <a:r>
              <a:rPr dirty="0"/>
              <a:t>: Managing clients, quotations, POs, and invoices with approvals.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Supplier-Side Operations</a:t>
            </a:r>
            <a:r>
              <a:rPr dirty="0"/>
              <a:t>: Handling suppliers, requirements, quotations, POs, and invoices.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Financial Tracking</a:t>
            </a:r>
            <a:r>
              <a:rPr dirty="0"/>
              <a:t>: Linking revenue and expense entries to invoices.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User Management</a:t>
            </a:r>
            <a:r>
              <a:rPr dirty="0"/>
              <a:t>: Role-based access, authentication, and notifications.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Reporting</a:t>
            </a:r>
            <a:r>
              <a:rPr dirty="0"/>
              <a:t>: Profit &amp; Loss, tolerance checks, and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0066CC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6200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Client Management</a:t>
            </a:r>
            <a:r>
              <a:rPr dirty="0"/>
              <a:t>: Registration, quotations, POs, and invoices with approvals.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Supplier Management</a:t>
            </a:r>
            <a:r>
              <a:rPr dirty="0"/>
              <a:t>: Requirements, quotations, POs, and invoices with tolerance checks.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Financial Tracking</a:t>
            </a:r>
            <a:r>
              <a:rPr dirty="0"/>
              <a:t>: Revenue/expense entries with payment modes.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AI-Powered Data Extraction</a:t>
            </a:r>
            <a:r>
              <a:rPr dirty="0"/>
              <a:t>: Using Google Gemini or Ollama.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Approval Workflows</a:t>
            </a:r>
            <a:r>
              <a:rPr dirty="0"/>
              <a:t>: 3–4 level approvals for quotations, POs, and invoices.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Tolerance Management</a:t>
            </a:r>
            <a:r>
              <a:rPr dirty="0"/>
              <a:t>: Configurable percentage limits.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User Roles</a:t>
            </a:r>
            <a:r>
              <a:rPr dirty="0"/>
              <a:t>: Level-based access for approvals.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0066CC"/>
                </a:solidFill>
              </a:defRPr>
            </a:pPr>
            <a:r>
              <a:t>Why It Is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8402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Businesses face challenges like manual paperwork, delayed approvals, and financial discrepancies.</a:t>
            </a:r>
            <a:endParaRPr lang="en-US" dirty="0"/>
          </a:p>
          <a:p>
            <a:pPr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This system solves them by: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Automating workflows to reduce errors.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Enforcing approval hierarchies for compliance.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Auto report generation (POs, quotations, invoices).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Centralized tracking of balances and transactions.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Real-time visibility of financial health.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Integration-ready (email templates, notifications).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0066CC"/>
                </a:solidFill>
              </a:defRPr>
            </a:pPr>
            <a:r>
              <a:t>Proposed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870774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Auto-approval or rejection after a defined period.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Dynamic approval hierarchy for flexible modification.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 Multi-currency and localization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347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Pratap</cp:lastModifiedBy>
  <cp:revision>3</cp:revision>
  <dcterms:created xsi:type="dcterms:W3CDTF">2013-01-27T09:14:16Z</dcterms:created>
  <dcterms:modified xsi:type="dcterms:W3CDTF">2025-11-03T09:31:44Z</dcterms:modified>
  <cp:category/>
</cp:coreProperties>
</file>